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6858000" cy="9144000"/>
  <p:embeddedFontLst>
    <p:embeddedFont>
      <p:font typeface="Fira Sans" panose="020B0503050000020004" pitchFamily="34" charset="0"/>
      <p:regular r:id="rId19"/>
      <p:bold r:id="rId20"/>
      <p:italic r:id="rId21"/>
      <p:boldItalic r:id="rId22"/>
    </p:embeddedFont>
    <p:embeddedFont>
      <p:font typeface="Fira Sans Extra Condensed Medium" panose="020B0604020202020204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5" d="100"/>
          <a:sy n="135" d="100"/>
        </p:scale>
        <p:origin x="92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8ff596dbe7_0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" name="Google Shape;51;g8ff596dbe7_0_2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e3ae6eb331_2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e3ae6eb331_2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e3ae6eb331_7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e3ae6eb331_7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e3ae6eb331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e3ae6eb331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e3ae6eb331_2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e3ae6eb331_2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e3ae6eb331_2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e3ae6eb331_2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e3ae6eb331_2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e3ae6eb331_2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e3ae6eb331_2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2e3ae6eb331_2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e3ae6eb331_2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e3ae6eb331_2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e3ae6eb331_2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2e3ae6eb331_2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e3ae6eb331_5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e3ae6eb331_5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e3ae6eb331_2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e3ae6eb331_2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8f7f562f50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28f7f562f50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e3ae6eb331_5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2e3ae6eb331_5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e3ae6eb331_5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2e3ae6eb331_5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e3ae6eb331_5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2e3ae6eb331_5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076529" y="1170688"/>
            <a:ext cx="43920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076525" y="3260238"/>
            <a:ext cx="3171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180000" y="307450"/>
            <a:ext cx="878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>
            <a:spLocks noGrp="1"/>
          </p:cNvSpPr>
          <p:nvPr>
            <p:ph type="title"/>
          </p:nvPr>
        </p:nvSpPr>
        <p:spPr>
          <a:xfrm>
            <a:off x="180000" y="307450"/>
            <a:ext cx="878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title"/>
          </p:nvPr>
        </p:nvSpPr>
        <p:spPr>
          <a:xfrm>
            <a:off x="180000" y="307450"/>
            <a:ext cx="878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37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5" name="Google Shape;45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algn="ctr"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algn="ctr"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algn="ctr"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ctr"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algn="ctr"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algn="ctr"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algn="ctr"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algn="ctr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80000" y="307450"/>
            <a:ext cx="878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Char char="●"/>
              <a:def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914400" lvl="1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Char char="○"/>
              <a:def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1371600" lvl="2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Char char="■"/>
              <a:def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1828800" lvl="3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Char char="●"/>
              <a:def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2286000" lvl="4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Char char="○"/>
              <a:def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2743200" lvl="5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Char char="■"/>
              <a:def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3200400" lvl="6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Char char="●"/>
              <a:def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3657600" lvl="7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Char char="○"/>
              <a:def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4114800" lvl="8" indent="-30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Fira Sans"/>
              <a:buChar char="■"/>
              <a:def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EA4335"/>
          </p15:clr>
        </p15:guide>
        <p15:guide id="2" pos="2880">
          <p15:clr>
            <a:srgbClr val="EA4335"/>
          </p15:clr>
        </p15:guide>
        <p15:guide id="3" pos="113">
          <p15:clr>
            <a:srgbClr val="EA4335"/>
          </p15:clr>
        </p15:guide>
        <p15:guide id="4" orient="horz" pos="113">
          <p15:clr>
            <a:srgbClr val="EA4335"/>
          </p15:clr>
        </p15:guide>
        <p15:guide id="5" orient="horz" pos="3127">
          <p15:clr>
            <a:srgbClr val="EA4335"/>
          </p15:clr>
        </p15:guide>
        <p15:guide id="6" pos="5647">
          <p15:clr>
            <a:srgbClr val="EA4335"/>
          </p15:clr>
        </p15:guide>
        <p15:guide id="7" pos="1497">
          <p15:clr>
            <a:srgbClr val="EA4335"/>
          </p15:clr>
        </p15:guide>
        <p15:guide id="8" pos="4263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/>
          <p:nvPr/>
        </p:nvSpPr>
        <p:spPr>
          <a:xfrm>
            <a:off x="2569800" y="609600"/>
            <a:ext cx="4004400" cy="4004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2881301" y="704000"/>
            <a:ext cx="33813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b="1" dirty="0"/>
              <a:t>Can I read your brain?</a:t>
            </a:r>
            <a:endParaRPr sz="2400"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2881300" y="2756600"/>
            <a:ext cx="3381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 am predicting the experienced feeling from the FC brain network with deep learning. </a:t>
            </a:r>
            <a:endParaRPr dirty="0"/>
          </a:p>
        </p:txBody>
      </p:sp>
      <p:sp>
        <p:nvSpPr>
          <p:cNvPr id="56" name="Google Shape;56;p13"/>
          <p:cNvSpPr/>
          <p:nvPr/>
        </p:nvSpPr>
        <p:spPr>
          <a:xfrm rot="1635335">
            <a:off x="-609401" y="-2000632"/>
            <a:ext cx="2322548" cy="5664635"/>
          </a:xfrm>
          <a:custGeom>
            <a:avLst/>
            <a:gdLst/>
            <a:ahLst/>
            <a:cxnLst/>
            <a:rect l="l" t="t" r="r" b="b"/>
            <a:pathLst>
              <a:path w="9201" h="22441" extrusionOk="0">
                <a:moveTo>
                  <a:pt x="1839" y="585"/>
                </a:moveTo>
                <a:cubicBezTo>
                  <a:pt x="2424" y="585"/>
                  <a:pt x="2901" y="1062"/>
                  <a:pt x="2901" y="1647"/>
                </a:cubicBezTo>
                <a:lnTo>
                  <a:pt x="2901" y="1865"/>
                </a:lnTo>
                <a:lnTo>
                  <a:pt x="2901" y="2163"/>
                </a:lnTo>
                <a:lnTo>
                  <a:pt x="2901" y="3253"/>
                </a:lnTo>
                <a:cubicBezTo>
                  <a:pt x="2901" y="3417"/>
                  <a:pt x="3021" y="3551"/>
                  <a:pt x="3185" y="3551"/>
                </a:cubicBezTo>
                <a:cubicBezTo>
                  <a:pt x="3348" y="3551"/>
                  <a:pt x="3485" y="3417"/>
                  <a:pt x="3485" y="3253"/>
                </a:cubicBezTo>
                <a:lnTo>
                  <a:pt x="3485" y="2339"/>
                </a:lnTo>
                <a:cubicBezTo>
                  <a:pt x="3726" y="2238"/>
                  <a:pt x="3980" y="2189"/>
                  <a:pt x="4233" y="2189"/>
                </a:cubicBezTo>
                <a:cubicBezTo>
                  <a:pt x="4725" y="2189"/>
                  <a:pt x="5213" y="2376"/>
                  <a:pt x="5582" y="2734"/>
                </a:cubicBezTo>
                <a:cubicBezTo>
                  <a:pt x="5608" y="2777"/>
                  <a:pt x="5647" y="2816"/>
                  <a:pt x="5676" y="2858"/>
                </a:cubicBezTo>
                <a:cubicBezTo>
                  <a:pt x="5690" y="2871"/>
                  <a:pt x="5703" y="2884"/>
                  <a:pt x="5716" y="2910"/>
                </a:cubicBezTo>
                <a:cubicBezTo>
                  <a:pt x="5758" y="2953"/>
                  <a:pt x="5797" y="3008"/>
                  <a:pt x="5840" y="3061"/>
                </a:cubicBezTo>
                <a:cubicBezTo>
                  <a:pt x="5921" y="3185"/>
                  <a:pt x="5990" y="3335"/>
                  <a:pt x="6029" y="3482"/>
                </a:cubicBezTo>
                <a:cubicBezTo>
                  <a:pt x="6206" y="4070"/>
                  <a:pt x="6042" y="4723"/>
                  <a:pt x="5552" y="5144"/>
                </a:cubicBezTo>
                <a:cubicBezTo>
                  <a:pt x="5432" y="5252"/>
                  <a:pt x="5418" y="5428"/>
                  <a:pt x="5526" y="5553"/>
                </a:cubicBezTo>
                <a:cubicBezTo>
                  <a:pt x="5582" y="5621"/>
                  <a:pt x="5663" y="5660"/>
                  <a:pt x="5745" y="5660"/>
                </a:cubicBezTo>
                <a:cubicBezTo>
                  <a:pt x="5810" y="5660"/>
                  <a:pt x="5879" y="5634"/>
                  <a:pt x="5934" y="5592"/>
                </a:cubicBezTo>
                <a:cubicBezTo>
                  <a:pt x="6261" y="5321"/>
                  <a:pt x="6480" y="4968"/>
                  <a:pt x="6601" y="4586"/>
                </a:cubicBezTo>
                <a:cubicBezTo>
                  <a:pt x="6927" y="4723"/>
                  <a:pt x="7241" y="4925"/>
                  <a:pt x="7499" y="5183"/>
                </a:cubicBezTo>
                <a:cubicBezTo>
                  <a:pt x="8439" y="6124"/>
                  <a:pt x="8573" y="7607"/>
                  <a:pt x="7852" y="8694"/>
                </a:cubicBezTo>
                <a:cubicBezTo>
                  <a:pt x="7566" y="8573"/>
                  <a:pt x="7253" y="8507"/>
                  <a:pt x="6928" y="8507"/>
                </a:cubicBezTo>
                <a:cubicBezTo>
                  <a:pt x="6851" y="8507"/>
                  <a:pt x="6773" y="8510"/>
                  <a:pt x="6695" y="8518"/>
                </a:cubicBezTo>
                <a:cubicBezTo>
                  <a:pt x="6532" y="8544"/>
                  <a:pt x="6411" y="8681"/>
                  <a:pt x="6437" y="8844"/>
                </a:cubicBezTo>
                <a:cubicBezTo>
                  <a:pt x="6450" y="8999"/>
                  <a:pt x="6585" y="9104"/>
                  <a:pt x="6737" y="9104"/>
                </a:cubicBezTo>
                <a:cubicBezTo>
                  <a:pt x="6746" y="9104"/>
                  <a:pt x="6755" y="9103"/>
                  <a:pt x="6764" y="9102"/>
                </a:cubicBezTo>
                <a:cubicBezTo>
                  <a:pt x="6825" y="9095"/>
                  <a:pt x="6886" y="9092"/>
                  <a:pt x="6947" y="9092"/>
                </a:cubicBezTo>
                <a:cubicBezTo>
                  <a:pt x="7474" y="9092"/>
                  <a:pt x="7954" y="9354"/>
                  <a:pt x="8247" y="9756"/>
                </a:cubicBezTo>
                <a:cubicBezTo>
                  <a:pt x="8358" y="9961"/>
                  <a:pt x="8452" y="10177"/>
                  <a:pt x="8521" y="10409"/>
                </a:cubicBezTo>
                <a:cubicBezTo>
                  <a:pt x="8521" y="10438"/>
                  <a:pt x="8521" y="10464"/>
                  <a:pt x="8534" y="10490"/>
                </a:cubicBezTo>
                <a:cubicBezTo>
                  <a:pt x="8534" y="10533"/>
                  <a:pt x="8547" y="10559"/>
                  <a:pt x="8560" y="10601"/>
                </a:cubicBezTo>
                <a:cubicBezTo>
                  <a:pt x="8603" y="10778"/>
                  <a:pt x="8616" y="10967"/>
                  <a:pt x="8616" y="11157"/>
                </a:cubicBezTo>
                <a:cubicBezTo>
                  <a:pt x="8616" y="11891"/>
                  <a:pt x="8328" y="12587"/>
                  <a:pt x="7812" y="13103"/>
                </a:cubicBezTo>
                <a:cubicBezTo>
                  <a:pt x="7430" y="12695"/>
                  <a:pt x="6888" y="12437"/>
                  <a:pt x="6274" y="12424"/>
                </a:cubicBezTo>
                <a:cubicBezTo>
                  <a:pt x="6111" y="12424"/>
                  <a:pt x="5974" y="12561"/>
                  <a:pt x="5974" y="12724"/>
                </a:cubicBezTo>
                <a:cubicBezTo>
                  <a:pt x="5974" y="12871"/>
                  <a:pt x="6098" y="13008"/>
                  <a:pt x="6261" y="13008"/>
                </a:cubicBezTo>
                <a:cubicBezTo>
                  <a:pt x="6833" y="13021"/>
                  <a:pt x="7336" y="13335"/>
                  <a:pt x="7607" y="13799"/>
                </a:cubicBezTo>
                <a:cubicBezTo>
                  <a:pt x="7718" y="14031"/>
                  <a:pt x="7786" y="14275"/>
                  <a:pt x="7825" y="14520"/>
                </a:cubicBezTo>
                <a:lnTo>
                  <a:pt x="7825" y="14628"/>
                </a:lnTo>
                <a:cubicBezTo>
                  <a:pt x="7825" y="14667"/>
                  <a:pt x="7838" y="14710"/>
                  <a:pt x="7852" y="14749"/>
                </a:cubicBezTo>
                <a:lnTo>
                  <a:pt x="7852" y="14955"/>
                </a:lnTo>
                <a:cubicBezTo>
                  <a:pt x="7852" y="16055"/>
                  <a:pt x="7228" y="17022"/>
                  <a:pt x="6261" y="17486"/>
                </a:cubicBezTo>
                <a:cubicBezTo>
                  <a:pt x="6137" y="16656"/>
                  <a:pt x="5526" y="15948"/>
                  <a:pt x="4667" y="15716"/>
                </a:cubicBezTo>
                <a:cubicBezTo>
                  <a:pt x="4643" y="15710"/>
                  <a:pt x="4618" y="15707"/>
                  <a:pt x="4594" y="15707"/>
                </a:cubicBezTo>
                <a:cubicBezTo>
                  <a:pt x="4462" y="15707"/>
                  <a:pt x="4351" y="15796"/>
                  <a:pt x="4315" y="15935"/>
                </a:cubicBezTo>
                <a:cubicBezTo>
                  <a:pt x="4275" y="16085"/>
                  <a:pt x="4370" y="16248"/>
                  <a:pt x="4520" y="16287"/>
                </a:cubicBezTo>
                <a:cubicBezTo>
                  <a:pt x="5226" y="16464"/>
                  <a:pt x="5690" y="17104"/>
                  <a:pt x="5703" y="17799"/>
                </a:cubicBezTo>
                <a:cubicBezTo>
                  <a:pt x="5690" y="17839"/>
                  <a:pt x="5690" y="17881"/>
                  <a:pt x="5690" y="17920"/>
                </a:cubicBezTo>
                <a:lnTo>
                  <a:pt x="5690" y="18044"/>
                </a:lnTo>
                <a:lnTo>
                  <a:pt x="5690" y="18057"/>
                </a:lnTo>
                <a:cubicBezTo>
                  <a:pt x="5676" y="18113"/>
                  <a:pt x="5676" y="18165"/>
                  <a:pt x="5647" y="18221"/>
                </a:cubicBezTo>
                <a:cubicBezTo>
                  <a:pt x="5634" y="18276"/>
                  <a:pt x="5647" y="18328"/>
                  <a:pt x="5663" y="18384"/>
                </a:cubicBezTo>
                <a:cubicBezTo>
                  <a:pt x="5500" y="19269"/>
                  <a:pt x="4723" y="19935"/>
                  <a:pt x="3799" y="19935"/>
                </a:cubicBezTo>
                <a:cubicBezTo>
                  <a:pt x="3622" y="19935"/>
                  <a:pt x="3443" y="19909"/>
                  <a:pt x="3266" y="19867"/>
                </a:cubicBezTo>
                <a:cubicBezTo>
                  <a:pt x="3240" y="19854"/>
                  <a:pt x="3214" y="19854"/>
                  <a:pt x="3185" y="19854"/>
                </a:cubicBezTo>
                <a:cubicBezTo>
                  <a:pt x="2858" y="19690"/>
                  <a:pt x="2600" y="19377"/>
                  <a:pt x="2545" y="18982"/>
                </a:cubicBezTo>
                <a:cubicBezTo>
                  <a:pt x="2521" y="18845"/>
                  <a:pt x="2395" y="18733"/>
                  <a:pt x="2259" y="18733"/>
                </a:cubicBezTo>
                <a:cubicBezTo>
                  <a:pt x="2246" y="18733"/>
                  <a:pt x="2232" y="18734"/>
                  <a:pt x="2218" y="18737"/>
                </a:cubicBezTo>
                <a:cubicBezTo>
                  <a:pt x="2055" y="18766"/>
                  <a:pt x="1947" y="18913"/>
                  <a:pt x="1960" y="19076"/>
                </a:cubicBezTo>
                <a:cubicBezTo>
                  <a:pt x="2042" y="19648"/>
                  <a:pt x="2411" y="20112"/>
                  <a:pt x="2901" y="20356"/>
                </a:cubicBezTo>
                <a:lnTo>
                  <a:pt x="2901" y="20791"/>
                </a:lnTo>
                <a:cubicBezTo>
                  <a:pt x="2901" y="21379"/>
                  <a:pt x="2424" y="21852"/>
                  <a:pt x="1839" y="21852"/>
                </a:cubicBezTo>
                <a:cubicBezTo>
                  <a:pt x="1255" y="21852"/>
                  <a:pt x="778" y="21379"/>
                  <a:pt x="778" y="20791"/>
                </a:cubicBezTo>
                <a:lnTo>
                  <a:pt x="778" y="17567"/>
                </a:lnTo>
                <a:cubicBezTo>
                  <a:pt x="1075" y="17839"/>
                  <a:pt x="1483" y="18002"/>
                  <a:pt x="1921" y="18002"/>
                </a:cubicBezTo>
                <a:cubicBezTo>
                  <a:pt x="2260" y="18002"/>
                  <a:pt x="2574" y="17907"/>
                  <a:pt x="2845" y="17744"/>
                </a:cubicBezTo>
                <a:cubicBezTo>
                  <a:pt x="2974" y="17690"/>
                  <a:pt x="3110" y="17663"/>
                  <a:pt x="3248" y="17663"/>
                </a:cubicBezTo>
                <a:cubicBezTo>
                  <a:pt x="3386" y="17663"/>
                  <a:pt x="3526" y="17690"/>
                  <a:pt x="3661" y="17744"/>
                </a:cubicBezTo>
                <a:cubicBezTo>
                  <a:pt x="3949" y="17852"/>
                  <a:pt x="4164" y="18070"/>
                  <a:pt x="4288" y="18341"/>
                </a:cubicBezTo>
                <a:cubicBezTo>
                  <a:pt x="4328" y="18452"/>
                  <a:pt x="4439" y="18521"/>
                  <a:pt x="4560" y="18521"/>
                </a:cubicBezTo>
                <a:cubicBezTo>
                  <a:pt x="4586" y="18521"/>
                  <a:pt x="4628" y="18505"/>
                  <a:pt x="4667" y="18492"/>
                </a:cubicBezTo>
                <a:cubicBezTo>
                  <a:pt x="4818" y="18423"/>
                  <a:pt x="4886" y="18260"/>
                  <a:pt x="4818" y="18113"/>
                </a:cubicBezTo>
                <a:cubicBezTo>
                  <a:pt x="4641" y="17688"/>
                  <a:pt x="4302" y="17362"/>
                  <a:pt x="3880" y="17198"/>
                </a:cubicBezTo>
                <a:cubicBezTo>
                  <a:pt x="3743" y="17133"/>
                  <a:pt x="3593" y="17104"/>
                  <a:pt x="3443" y="17091"/>
                </a:cubicBezTo>
                <a:cubicBezTo>
                  <a:pt x="3580" y="16846"/>
                  <a:pt x="3648" y="16562"/>
                  <a:pt x="3648" y="16274"/>
                </a:cubicBezTo>
                <a:lnTo>
                  <a:pt x="3648" y="15036"/>
                </a:lnTo>
                <a:cubicBezTo>
                  <a:pt x="3648" y="14873"/>
                  <a:pt x="3511" y="14736"/>
                  <a:pt x="3348" y="14736"/>
                </a:cubicBezTo>
                <a:cubicBezTo>
                  <a:pt x="3185" y="14736"/>
                  <a:pt x="3064" y="14873"/>
                  <a:pt x="3064" y="15036"/>
                </a:cubicBezTo>
                <a:lnTo>
                  <a:pt x="3064" y="16274"/>
                </a:lnTo>
                <a:cubicBezTo>
                  <a:pt x="3064" y="16656"/>
                  <a:pt x="2858" y="17009"/>
                  <a:pt x="2574" y="17215"/>
                </a:cubicBezTo>
                <a:lnTo>
                  <a:pt x="2561" y="17215"/>
                </a:lnTo>
                <a:cubicBezTo>
                  <a:pt x="2531" y="17228"/>
                  <a:pt x="2505" y="17241"/>
                  <a:pt x="2479" y="17267"/>
                </a:cubicBezTo>
                <a:cubicBezTo>
                  <a:pt x="2316" y="17362"/>
                  <a:pt x="2123" y="17417"/>
                  <a:pt x="1921" y="17417"/>
                </a:cubicBezTo>
                <a:cubicBezTo>
                  <a:pt x="1281" y="17417"/>
                  <a:pt x="778" y="16901"/>
                  <a:pt x="778" y="16274"/>
                </a:cubicBezTo>
                <a:lnTo>
                  <a:pt x="778" y="15595"/>
                </a:lnTo>
                <a:cubicBezTo>
                  <a:pt x="1049" y="15784"/>
                  <a:pt x="1388" y="15892"/>
                  <a:pt x="1757" y="15892"/>
                </a:cubicBezTo>
                <a:cubicBezTo>
                  <a:pt x="1908" y="15892"/>
                  <a:pt x="2042" y="15771"/>
                  <a:pt x="2042" y="15608"/>
                </a:cubicBezTo>
                <a:cubicBezTo>
                  <a:pt x="2042" y="15445"/>
                  <a:pt x="1908" y="15307"/>
                  <a:pt x="1757" y="15307"/>
                </a:cubicBezTo>
                <a:cubicBezTo>
                  <a:pt x="1104" y="15307"/>
                  <a:pt x="585" y="14791"/>
                  <a:pt x="585" y="14138"/>
                </a:cubicBezTo>
                <a:cubicBezTo>
                  <a:pt x="585" y="13498"/>
                  <a:pt x="1104" y="12969"/>
                  <a:pt x="1757" y="12969"/>
                </a:cubicBezTo>
                <a:lnTo>
                  <a:pt x="1921" y="12969"/>
                </a:lnTo>
                <a:cubicBezTo>
                  <a:pt x="2871" y="12969"/>
                  <a:pt x="3648" y="12192"/>
                  <a:pt x="3648" y="11238"/>
                </a:cubicBezTo>
                <a:lnTo>
                  <a:pt x="3648" y="10340"/>
                </a:lnTo>
                <a:cubicBezTo>
                  <a:pt x="4831" y="10206"/>
                  <a:pt x="5758" y="9197"/>
                  <a:pt x="5758" y="7989"/>
                </a:cubicBezTo>
                <a:cubicBezTo>
                  <a:pt x="5758" y="6682"/>
                  <a:pt x="4710" y="5634"/>
                  <a:pt x="3417" y="5621"/>
                </a:cubicBezTo>
                <a:cubicBezTo>
                  <a:pt x="3159" y="5089"/>
                  <a:pt x="2613" y="4707"/>
                  <a:pt x="1973" y="4707"/>
                </a:cubicBezTo>
                <a:cubicBezTo>
                  <a:pt x="1810" y="4707"/>
                  <a:pt x="1689" y="4844"/>
                  <a:pt x="1689" y="5007"/>
                </a:cubicBezTo>
                <a:cubicBezTo>
                  <a:pt x="1689" y="5170"/>
                  <a:pt x="1810" y="5308"/>
                  <a:pt x="1973" y="5308"/>
                </a:cubicBezTo>
                <a:cubicBezTo>
                  <a:pt x="2531" y="5308"/>
                  <a:pt x="2982" y="5755"/>
                  <a:pt x="2982" y="6313"/>
                </a:cubicBezTo>
                <a:cubicBezTo>
                  <a:pt x="2982" y="6872"/>
                  <a:pt x="2531" y="7319"/>
                  <a:pt x="1973" y="7319"/>
                </a:cubicBezTo>
                <a:cubicBezTo>
                  <a:pt x="1810" y="7319"/>
                  <a:pt x="1689" y="7456"/>
                  <a:pt x="1689" y="7620"/>
                </a:cubicBezTo>
                <a:cubicBezTo>
                  <a:pt x="1689" y="7783"/>
                  <a:pt x="1810" y="7907"/>
                  <a:pt x="1973" y="7907"/>
                </a:cubicBezTo>
                <a:cubicBezTo>
                  <a:pt x="2858" y="7907"/>
                  <a:pt x="3580" y="7198"/>
                  <a:pt x="3580" y="6313"/>
                </a:cubicBezTo>
                <a:cubicBezTo>
                  <a:pt x="3580" y="6274"/>
                  <a:pt x="3567" y="6245"/>
                  <a:pt x="3567" y="6219"/>
                </a:cubicBezTo>
                <a:lnTo>
                  <a:pt x="3567" y="6219"/>
                </a:lnTo>
                <a:cubicBezTo>
                  <a:pt x="4465" y="6300"/>
                  <a:pt x="5174" y="7061"/>
                  <a:pt x="5174" y="7989"/>
                </a:cubicBezTo>
                <a:cubicBezTo>
                  <a:pt x="5174" y="8844"/>
                  <a:pt x="4560" y="9566"/>
                  <a:pt x="3730" y="9729"/>
                </a:cubicBezTo>
                <a:lnTo>
                  <a:pt x="3635" y="9729"/>
                </a:lnTo>
                <a:cubicBezTo>
                  <a:pt x="3551" y="9748"/>
                  <a:pt x="3467" y="9757"/>
                  <a:pt x="3384" y="9757"/>
                </a:cubicBezTo>
                <a:cubicBezTo>
                  <a:pt x="2860" y="9757"/>
                  <a:pt x="2379" y="9399"/>
                  <a:pt x="2260" y="8858"/>
                </a:cubicBezTo>
                <a:cubicBezTo>
                  <a:pt x="2238" y="8721"/>
                  <a:pt x="2120" y="8632"/>
                  <a:pt x="1986" y="8632"/>
                </a:cubicBezTo>
                <a:cubicBezTo>
                  <a:pt x="1960" y="8632"/>
                  <a:pt x="1934" y="8635"/>
                  <a:pt x="1908" y="8642"/>
                </a:cubicBezTo>
                <a:cubicBezTo>
                  <a:pt x="1757" y="8668"/>
                  <a:pt x="1646" y="8831"/>
                  <a:pt x="1689" y="8982"/>
                </a:cubicBezTo>
                <a:cubicBezTo>
                  <a:pt x="1839" y="9687"/>
                  <a:pt x="2398" y="10193"/>
                  <a:pt x="3064" y="10314"/>
                </a:cubicBezTo>
                <a:lnTo>
                  <a:pt x="3064" y="11238"/>
                </a:lnTo>
                <a:cubicBezTo>
                  <a:pt x="3064" y="11865"/>
                  <a:pt x="2545" y="12381"/>
                  <a:pt x="1921" y="12381"/>
                </a:cubicBezTo>
                <a:cubicBezTo>
                  <a:pt x="1281" y="12381"/>
                  <a:pt x="778" y="11865"/>
                  <a:pt x="778" y="11238"/>
                </a:cubicBezTo>
                <a:lnTo>
                  <a:pt x="778" y="1647"/>
                </a:lnTo>
                <a:cubicBezTo>
                  <a:pt x="778" y="1062"/>
                  <a:pt x="1255" y="585"/>
                  <a:pt x="1839" y="585"/>
                </a:cubicBezTo>
                <a:close/>
                <a:moveTo>
                  <a:pt x="1839" y="1"/>
                </a:moveTo>
                <a:cubicBezTo>
                  <a:pt x="928" y="1"/>
                  <a:pt x="193" y="735"/>
                  <a:pt x="193" y="1647"/>
                </a:cubicBezTo>
                <a:lnTo>
                  <a:pt x="193" y="11238"/>
                </a:lnTo>
                <a:cubicBezTo>
                  <a:pt x="193" y="11797"/>
                  <a:pt x="451" y="12300"/>
                  <a:pt x="872" y="12626"/>
                </a:cubicBezTo>
                <a:cubicBezTo>
                  <a:pt x="356" y="12927"/>
                  <a:pt x="0" y="13498"/>
                  <a:pt x="0" y="14138"/>
                </a:cubicBezTo>
                <a:cubicBezTo>
                  <a:pt x="0" y="14422"/>
                  <a:pt x="69" y="14697"/>
                  <a:pt x="193" y="14942"/>
                </a:cubicBezTo>
                <a:lnTo>
                  <a:pt x="193" y="14968"/>
                </a:lnTo>
                <a:lnTo>
                  <a:pt x="193" y="20791"/>
                </a:lnTo>
                <a:cubicBezTo>
                  <a:pt x="193" y="21705"/>
                  <a:pt x="928" y="22440"/>
                  <a:pt x="1839" y="22440"/>
                </a:cubicBezTo>
                <a:cubicBezTo>
                  <a:pt x="2750" y="22440"/>
                  <a:pt x="3485" y="21705"/>
                  <a:pt x="3485" y="20791"/>
                </a:cubicBezTo>
                <a:lnTo>
                  <a:pt x="3485" y="20533"/>
                </a:lnTo>
                <a:cubicBezTo>
                  <a:pt x="3541" y="20546"/>
                  <a:pt x="3606" y="20546"/>
                  <a:pt x="3661" y="20546"/>
                </a:cubicBezTo>
                <a:cubicBezTo>
                  <a:pt x="3743" y="20546"/>
                  <a:pt x="3825" y="20533"/>
                  <a:pt x="3906" y="20533"/>
                </a:cubicBezTo>
                <a:cubicBezTo>
                  <a:pt x="3933" y="20520"/>
                  <a:pt x="3949" y="20520"/>
                  <a:pt x="3962" y="20520"/>
                </a:cubicBezTo>
                <a:cubicBezTo>
                  <a:pt x="5226" y="20438"/>
                  <a:pt x="6235" y="19390"/>
                  <a:pt x="6274" y="18113"/>
                </a:cubicBezTo>
                <a:cubicBezTo>
                  <a:pt x="7580" y="17607"/>
                  <a:pt x="8452" y="16369"/>
                  <a:pt x="8452" y="14955"/>
                </a:cubicBezTo>
                <a:cubicBezTo>
                  <a:pt x="8452" y="14791"/>
                  <a:pt x="8439" y="14628"/>
                  <a:pt x="8410" y="14465"/>
                </a:cubicBezTo>
                <a:cubicBezTo>
                  <a:pt x="8384" y="14151"/>
                  <a:pt x="8302" y="13851"/>
                  <a:pt x="8165" y="13593"/>
                </a:cubicBezTo>
                <a:cubicBezTo>
                  <a:pt x="8831" y="12953"/>
                  <a:pt x="9200" y="12084"/>
                  <a:pt x="9200" y="11157"/>
                </a:cubicBezTo>
                <a:cubicBezTo>
                  <a:pt x="9200" y="10846"/>
                  <a:pt x="9158" y="10546"/>
                  <a:pt x="9076" y="10259"/>
                </a:cubicBezTo>
                <a:cubicBezTo>
                  <a:pt x="9024" y="9961"/>
                  <a:pt x="8913" y="9687"/>
                  <a:pt x="8750" y="9458"/>
                </a:cubicBezTo>
                <a:cubicBezTo>
                  <a:pt x="8642" y="9279"/>
                  <a:pt x="8521" y="9116"/>
                  <a:pt x="8384" y="8952"/>
                </a:cubicBezTo>
                <a:cubicBezTo>
                  <a:pt x="8766" y="8342"/>
                  <a:pt x="8942" y="7633"/>
                  <a:pt x="8900" y="6911"/>
                </a:cubicBezTo>
                <a:cubicBezTo>
                  <a:pt x="8831" y="6111"/>
                  <a:pt x="8492" y="5334"/>
                  <a:pt x="7920" y="4762"/>
                </a:cubicBezTo>
                <a:cubicBezTo>
                  <a:pt x="7580" y="4423"/>
                  <a:pt x="7159" y="4165"/>
                  <a:pt x="6725" y="3988"/>
                </a:cubicBezTo>
                <a:cubicBezTo>
                  <a:pt x="6708" y="3782"/>
                  <a:pt x="6682" y="3580"/>
                  <a:pt x="6614" y="3374"/>
                </a:cubicBezTo>
                <a:cubicBezTo>
                  <a:pt x="6562" y="3142"/>
                  <a:pt x="6450" y="2910"/>
                  <a:pt x="6300" y="2708"/>
                </a:cubicBezTo>
                <a:cubicBezTo>
                  <a:pt x="6219" y="2571"/>
                  <a:pt x="6111" y="2437"/>
                  <a:pt x="5990" y="2326"/>
                </a:cubicBezTo>
                <a:cubicBezTo>
                  <a:pt x="5521" y="1847"/>
                  <a:pt x="4883" y="1600"/>
                  <a:pt x="4238" y="1600"/>
                </a:cubicBezTo>
                <a:cubicBezTo>
                  <a:pt x="3985" y="1600"/>
                  <a:pt x="3731" y="1638"/>
                  <a:pt x="3485" y="1715"/>
                </a:cubicBezTo>
                <a:lnTo>
                  <a:pt x="3485" y="1647"/>
                </a:lnTo>
                <a:cubicBezTo>
                  <a:pt x="3485" y="735"/>
                  <a:pt x="2750" y="1"/>
                  <a:pt x="183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3"/>
          <p:cNvSpPr/>
          <p:nvPr/>
        </p:nvSpPr>
        <p:spPr>
          <a:xfrm rot="7199981">
            <a:off x="-328418" y="1706060"/>
            <a:ext cx="2322738" cy="5659561"/>
          </a:xfrm>
          <a:custGeom>
            <a:avLst/>
            <a:gdLst/>
            <a:ahLst/>
            <a:cxnLst/>
            <a:rect l="l" t="t" r="r" b="b"/>
            <a:pathLst>
              <a:path w="9210" h="22441" extrusionOk="0">
                <a:moveTo>
                  <a:pt x="7361" y="585"/>
                </a:moveTo>
                <a:cubicBezTo>
                  <a:pt x="7946" y="585"/>
                  <a:pt x="8423" y="1062"/>
                  <a:pt x="8423" y="1647"/>
                </a:cubicBezTo>
                <a:lnTo>
                  <a:pt x="8423" y="11238"/>
                </a:lnTo>
                <a:cubicBezTo>
                  <a:pt x="8423" y="11865"/>
                  <a:pt x="7920" y="12381"/>
                  <a:pt x="7280" y="12381"/>
                </a:cubicBezTo>
                <a:cubicBezTo>
                  <a:pt x="6653" y="12381"/>
                  <a:pt x="6137" y="11865"/>
                  <a:pt x="6137" y="11238"/>
                </a:cubicBezTo>
                <a:lnTo>
                  <a:pt x="6137" y="10314"/>
                </a:lnTo>
                <a:cubicBezTo>
                  <a:pt x="6803" y="10193"/>
                  <a:pt x="7361" y="9687"/>
                  <a:pt x="7511" y="8982"/>
                </a:cubicBezTo>
                <a:cubicBezTo>
                  <a:pt x="7551" y="8831"/>
                  <a:pt x="7443" y="8668"/>
                  <a:pt x="7293" y="8642"/>
                </a:cubicBezTo>
                <a:cubicBezTo>
                  <a:pt x="7266" y="8635"/>
                  <a:pt x="7240" y="8632"/>
                  <a:pt x="7215" y="8632"/>
                </a:cubicBezTo>
                <a:cubicBezTo>
                  <a:pt x="7084" y="8632"/>
                  <a:pt x="6973" y="8721"/>
                  <a:pt x="6940" y="8858"/>
                </a:cubicBezTo>
                <a:cubicBezTo>
                  <a:pt x="6822" y="9399"/>
                  <a:pt x="6348" y="9757"/>
                  <a:pt x="5820" y="9757"/>
                </a:cubicBezTo>
                <a:cubicBezTo>
                  <a:pt x="5736" y="9757"/>
                  <a:pt x="5650" y="9748"/>
                  <a:pt x="5565" y="9729"/>
                </a:cubicBezTo>
                <a:lnTo>
                  <a:pt x="5470" y="9729"/>
                </a:lnTo>
                <a:cubicBezTo>
                  <a:pt x="4654" y="9566"/>
                  <a:pt x="4027" y="8844"/>
                  <a:pt x="4027" y="7989"/>
                </a:cubicBezTo>
                <a:cubicBezTo>
                  <a:pt x="4027" y="7061"/>
                  <a:pt x="4735" y="6300"/>
                  <a:pt x="5634" y="6219"/>
                </a:cubicBezTo>
                <a:lnTo>
                  <a:pt x="5634" y="6313"/>
                </a:lnTo>
                <a:cubicBezTo>
                  <a:pt x="5634" y="7198"/>
                  <a:pt x="6339" y="7907"/>
                  <a:pt x="7224" y="7907"/>
                </a:cubicBezTo>
                <a:cubicBezTo>
                  <a:pt x="7387" y="7907"/>
                  <a:pt x="7524" y="7783"/>
                  <a:pt x="7524" y="7620"/>
                </a:cubicBezTo>
                <a:cubicBezTo>
                  <a:pt x="7524" y="7456"/>
                  <a:pt x="7387" y="7319"/>
                  <a:pt x="7224" y="7319"/>
                </a:cubicBezTo>
                <a:cubicBezTo>
                  <a:pt x="6666" y="7319"/>
                  <a:pt x="6218" y="6872"/>
                  <a:pt x="6218" y="6313"/>
                </a:cubicBezTo>
                <a:cubicBezTo>
                  <a:pt x="6218" y="5755"/>
                  <a:pt x="6666" y="5308"/>
                  <a:pt x="7224" y="5308"/>
                </a:cubicBezTo>
                <a:cubicBezTo>
                  <a:pt x="7387" y="5308"/>
                  <a:pt x="7524" y="5170"/>
                  <a:pt x="7524" y="5007"/>
                </a:cubicBezTo>
                <a:cubicBezTo>
                  <a:pt x="7524" y="4844"/>
                  <a:pt x="7387" y="4707"/>
                  <a:pt x="7224" y="4707"/>
                </a:cubicBezTo>
                <a:cubicBezTo>
                  <a:pt x="6597" y="4707"/>
                  <a:pt x="6042" y="5089"/>
                  <a:pt x="5781" y="5621"/>
                </a:cubicBezTo>
                <a:cubicBezTo>
                  <a:pt x="4491" y="5634"/>
                  <a:pt x="3442" y="6682"/>
                  <a:pt x="3442" y="7989"/>
                </a:cubicBezTo>
                <a:cubicBezTo>
                  <a:pt x="3442" y="9197"/>
                  <a:pt x="4366" y="10206"/>
                  <a:pt x="5552" y="10340"/>
                </a:cubicBezTo>
                <a:lnTo>
                  <a:pt x="5552" y="11238"/>
                </a:lnTo>
                <a:cubicBezTo>
                  <a:pt x="5552" y="12192"/>
                  <a:pt x="6326" y="12969"/>
                  <a:pt x="7280" y="12969"/>
                </a:cubicBezTo>
                <a:lnTo>
                  <a:pt x="7456" y="12969"/>
                </a:lnTo>
                <a:cubicBezTo>
                  <a:pt x="8096" y="12969"/>
                  <a:pt x="8612" y="13498"/>
                  <a:pt x="8612" y="14138"/>
                </a:cubicBezTo>
                <a:cubicBezTo>
                  <a:pt x="8612" y="14791"/>
                  <a:pt x="8096" y="15307"/>
                  <a:pt x="7456" y="15307"/>
                </a:cubicBezTo>
                <a:cubicBezTo>
                  <a:pt x="7293" y="15307"/>
                  <a:pt x="7155" y="15445"/>
                  <a:pt x="7155" y="15608"/>
                </a:cubicBezTo>
                <a:cubicBezTo>
                  <a:pt x="7155" y="15771"/>
                  <a:pt x="7293" y="15892"/>
                  <a:pt x="7456" y="15892"/>
                </a:cubicBezTo>
                <a:cubicBezTo>
                  <a:pt x="7809" y="15892"/>
                  <a:pt x="8148" y="15784"/>
                  <a:pt x="8423" y="15595"/>
                </a:cubicBezTo>
                <a:lnTo>
                  <a:pt x="8423" y="16274"/>
                </a:lnTo>
                <a:cubicBezTo>
                  <a:pt x="8423" y="16901"/>
                  <a:pt x="7920" y="17417"/>
                  <a:pt x="7280" y="17417"/>
                </a:cubicBezTo>
                <a:cubicBezTo>
                  <a:pt x="7074" y="17417"/>
                  <a:pt x="6884" y="17362"/>
                  <a:pt x="6721" y="17267"/>
                </a:cubicBezTo>
                <a:cubicBezTo>
                  <a:pt x="6695" y="17241"/>
                  <a:pt x="6666" y="17228"/>
                  <a:pt x="6639" y="17215"/>
                </a:cubicBezTo>
                <a:cubicBezTo>
                  <a:pt x="6339" y="17009"/>
                  <a:pt x="6137" y="16656"/>
                  <a:pt x="6137" y="16274"/>
                </a:cubicBezTo>
                <a:lnTo>
                  <a:pt x="6137" y="15036"/>
                </a:lnTo>
                <a:cubicBezTo>
                  <a:pt x="6137" y="14873"/>
                  <a:pt x="6012" y="14736"/>
                  <a:pt x="5849" y="14736"/>
                </a:cubicBezTo>
                <a:cubicBezTo>
                  <a:pt x="5686" y="14736"/>
                  <a:pt x="5552" y="14873"/>
                  <a:pt x="5552" y="15036"/>
                </a:cubicBezTo>
                <a:lnTo>
                  <a:pt x="5552" y="16274"/>
                </a:lnTo>
                <a:cubicBezTo>
                  <a:pt x="5552" y="16562"/>
                  <a:pt x="5634" y="16846"/>
                  <a:pt x="5754" y="17091"/>
                </a:cubicBezTo>
                <a:cubicBezTo>
                  <a:pt x="5604" y="17104"/>
                  <a:pt x="5470" y="17133"/>
                  <a:pt x="5320" y="17198"/>
                </a:cubicBezTo>
                <a:cubicBezTo>
                  <a:pt x="4899" y="17362"/>
                  <a:pt x="4556" y="17688"/>
                  <a:pt x="4379" y="18113"/>
                </a:cubicBezTo>
                <a:cubicBezTo>
                  <a:pt x="4311" y="18260"/>
                  <a:pt x="4379" y="18423"/>
                  <a:pt x="4530" y="18492"/>
                </a:cubicBezTo>
                <a:cubicBezTo>
                  <a:pt x="4572" y="18505"/>
                  <a:pt x="4611" y="18521"/>
                  <a:pt x="4654" y="18521"/>
                </a:cubicBezTo>
                <a:cubicBezTo>
                  <a:pt x="4762" y="18521"/>
                  <a:pt x="4869" y="18452"/>
                  <a:pt x="4912" y="18341"/>
                </a:cubicBezTo>
                <a:cubicBezTo>
                  <a:pt x="5033" y="18070"/>
                  <a:pt x="5265" y="17852"/>
                  <a:pt x="5536" y="17744"/>
                </a:cubicBezTo>
                <a:cubicBezTo>
                  <a:pt x="5673" y="17690"/>
                  <a:pt x="5812" y="17663"/>
                  <a:pt x="5952" y="17663"/>
                </a:cubicBezTo>
                <a:cubicBezTo>
                  <a:pt x="6092" y="17663"/>
                  <a:pt x="6231" y="17690"/>
                  <a:pt x="6368" y="17744"/>
                </a:cubicBezTo>
                <a:cubicBezTo>
                  <a:pt x="6626" y="17907"/>
                  <a:pt x="6953" y="18002"/>
                  <a:pt x="7280" y="18002"/>
                </a:cubicBezTo>
                <a:cubicBezTo>
                  <a:pt x="7727" y="18002"/>
                  <a:pt x="8122" y="17839"/>
                  <a:pt x="8423" y="17567"/>
                </a:cubicBezTo>
                <a:lnTo>
                  <a:pt x="8423" y="20791"/>
                </a:lnTo>
                <a:cubicBezTo>
                  <a:pt x="8423" y="21379"/>
                  <a:pt x="7946" y="21852"/>
                  <a:pt x="7361" y="21852"/>
                </a:cubicBezTo>
                <a:cubicBezTo>
                  <a:pt x="6777" y="21852"/>
                  <a:pt x="6300" y="21379"/>
                  <a:pt x="6300" y="20791"/>
                </a:cubicBezTo>
                <a:lnTo>
                  <a:pt x="6300" y="20356"/>
                </a:lnTo>
                <a:cubicBezTo>
                  <a:pt x="6790" y="20112"/>
                  <a:pt x="7155" y="19648"/>
                  <a:pt x="7237" y="19076"/>
                </a:cubicBezTo>
                <a:cubicBezTo>
                  <a:pt x="7266" y="18913"/>
                  <a:pt x="7142" y="18766"/>
                  <a:pt x="6992" y="18737"/>
                </a:cubicBezTo>
                <a:cubicBezTo>
                  <a:pt x="6977" y="18734"/>
                  <a:pt x="6962" y="18733"/>
                  <a:pt x="6947" y="18733"/>
                </a:cubicBezTo>
                <a:cubicBezTo>
                  <a:pt x="6802" y="18733"/>
                  <a:pt x="6676" y="18845"/>
                  <a:pt x="6653" y="18982"/>
                </a:cubicBezTo>
                <a:cubicBezTo>
                  <a:pt x="6597" y="19377"/>
                  <a:pt x="6352" y="19690"/>
                  <a:pt x="6012" y="19854"/>
                </a:cubicBezTo>
                <a:cubicBezTo>
                  <a:pt x="5986" y="19854"/>
                  <a:pt x="5960" y="19854"/>
                  <a:pt x="5931" y="19867"/>
                </a:cubicBezTo>
                <a:cubicBezTo>
                  <a:pt x="5754" y="19909"/>
                  <a:pt x="5578" y="19935"/>
                  <a:pt x="5402" y="19935"/>
                </a:cubicBezTo>
                <a:cubicBezTo>
                  <a:pt x="4474" y="19935"/>
                  <a:pt x="3700" y="19269"/>
                  <a:pt x="3537" y="18384"/>
                </a:cubicBezTo>
                <a:cubicBezTo>
                  <a:pt x="3563" y="18328"/>
                  <a:pt x="3563" y="18276"/>
                  <a:pt x="3550" y="18221"/>
                </a:cubicBezTo>
                <a:cubicBezTo>
                  <a:pt x="3537" y="18165"/>
                  <a:pt x="3524" y="18113"/>
                  <a:pt x="3511" y="18044"/>
                </a:cubicBezTo>
                <a:lnTo>
                  <a:pt x="3511" y="17920"/>
                </a:lnTo>
                <a:cubicBezTo>
                  <a:pt x="3524" y="17881"/>
                  <a:pt x="3511" y="17839"/>
                  <a:pt x="3494" y="17799"/>
                </a:cubicBezTo>
                <a:cubicBezTo>
                  <a:pt x="3511" y="17104"/>
                  <a:pt x="3971" y="16464"/>
                  <a:pt x="4680" y="16287"/>
                </a:cubicBezTo>
                <a:cubicBezTo>
                  <a:pt x="4843" y="16248"/>
                  <a:pt x="4938" y="16085"/>
                  <a:pt x="4899" y="15935"/>
                </a:cubicBezTo>
                <a:cubicBezTo>
                  <a:pt x="4863" y="15796"/>
                  <a:pt x="4740" y="15707"/>
                  <a:pt x="4604" y="15707"/>
                </a:cubicBezTo>
                <a:cubicBezTo>
                  <a:pt x="4579" y="15707"/>
                  <a:pt x="4555" y="15710"/>
                  <a:pt x="4530" y="15716"/>
                </a:cubicBezTo>
                <a:cubicBezTo>
                  <a:pt x="3674" y="15948"/>
                  <a:pt x="3073" y="16656"/>
                  <a:pt x="2939" y="17473"/>
                </a:cubicBezTo>
                <a:cubicBezTo>
                  <a:pt x="1973" y="17022"/>
                  <a:pt x="1346" y="16055"/>
                  <a:pt x="1346" y="14955"/>
                </a:cubicBezTo>
                <a:lnTo>
                  <a:pt x="1346" y="14749"/>
                </a:lnTo>
                <a:cubicBezTo>
                  <a:pt x="1372" y="14710"/>
                  <a:pt x="1372" y="14667"/>
                  <a:pt x="1372" y="14628"/>
                </a:cubicBezTo>
                <a:lnTo>
                  <a:pt x="1372" y="14520"/>
                </a:lnTo>
                <a:cubicBezTo>
                  <a:pt x="1414" y="14275"/>
                  <a:pt x="1483" y="14031"/>
                  <a:pt x="1590" y="13799"/>
                </a:cubicBezTo>
                <a:cubicBezTo>
                  <a:pt x="1862" y="13335"/>
                  <a:pt x="2368" y="13021"/>
                  <a:pt x="2939" y="13008"/>
                </a:cubicBezTo>
                <a:cubicBezTo>
                  <a:pt x="3103" y="13008"/>
                  <a:pt x="3223" y="12871"/>
                  <a:pt x="3223" y="12724"/>
                </a:cubicBezTo>
                <a:cubicBezTo>
                  <a:pt x="3223" y="12561"/>
                  <a:pt x="3086" y="12424"/>
                  <a:pt x="2923" y="12424"/>
                </a:cubicBezTo>
                <a:cubicBezTo>
                  <a:pt x="2325" y="12437"/>
                  <a:pt x="1767" y="12695"/>
                  <a:pt x="1388" y="13103"/>
                </a:cubicBezTo>
                <a:cubicBezTo>
                  <a:pt x="869" y="12587"/>
                  <a:pt x="585" y="11891"/>
                  <a:pt x="585" y="11157"/>
                </a:cubicBezTo>
                <a:cubicBezTo>
                  <a:pt x="585" y="10967"/>
                  <a:pt x="611" y="10778"/>
                  <a:pt x="637" y="10601"/>
                </a:cubicBezTo>
                <a:cubicBezTo>
                  <a:pt x="666" y="10559"/>
                  <a:pt x="666" y="10533"/>
                  <a:pt x="679" y="10490"/>
                </a:cubicBezTo>
                <a:cubicBezTo>
                  <a:pt x="679" y="10464"/>
                  <a:pt x="679" y="10438"/>
                  <a:pt x="692" y="10409"/>
                </a:cubicBezTo>
                <a:cubicBezTo>
                  <a:pt x="748" y="10177"/>
                  <a:pt x="843" y="9961"/>
                  <a:pt x="950" y="9756"/>
                </a:cubicBezTo>
                <a:cubicBezTo>
                  <a:pt x="1243" y="9354"/>
                  <a:pt x="1734" y="9092"/>
                  <a:pt x="2254" y="9092"/>
                </a:cubicBezTo>
                <a:cubicBezTo>
                  <a:pt x="2313" y="9092"/>
                  <a:pt x="2373" y="9095"/>
                  <a:pt x="2433" y="9102"/>
                </a:cubicBezTo>
                <a:cubicBezTo>
                  <a:pt x="2442" y="9103"/>
                  <a:pt x="2451" y="9104"/>
                  <a:pt x="2460" y="9104"/>
                </a:cubicBezTo>
                <a:cubicBezTo>
                  <a:pt x="2612" y="9104"/>
                  <a:pt x="2747" y="8999"/>
                  <a:pt x="2760" y="8844"/>
                </a:cubicBezTo>
                <a:cubicBezTo>
                  <a:pt x="2789" y="8681"/>
                  <a:pt x="2665" y="8544"/>
                  <a:pt x="2515" y="8518"/>
                </a:cubicBezTo>
                <a:cubicBezTo>
                  <a:pt x="2434" y="8510"/>
                  <a:pt x="2355" y="8507"/>
                  <a:pt x="2276" y="8507"/>
                </a:cubicBezTo>
                <a:cubicBezTo>
                  <a:pt x="1944" y="8507"/>
                  <a:pt x="1631" y="8573"/>
                  <a:pt x="1346" y="8694"/>
                </a:cubicBezTo>
                <a:cubicBezTo>
                  <a:pt x="624" y="7607"/>
                  <a:pt x="761" y="6124"/>
                  <a:pt x="1698" y="5183"/>
                </a:cubicBezTo>
                <a:cubicBezTo>
                  <a:pt x="1960" y="4925"/>
                  <a:pt x="2270" y="4723"/>
                  <a:pt x="2596" y="4586"/>
                </a:cubicBezTo>
                <a:cubicBezTo>
                  <a:pt x="2720" y="4968"/>
                  <a:pt x="2952" y="5321"/>
                  <a:pt x="3266" y="5592"/>
                </a:cubicBezTo>
                <a:cubicBezTo>
                  <a:pt x="3318" y="5634"/>
                  <a:pt x="3387" y="5660"/>
                  <a:pt x="3455" y="5660"/>
                </a:cubicBezTo>
                <a:cubicBezTo>
                  <a:pt x="3537" y="5660"/>
                  <a:pt x="3619" y="5621"/>
                  <a:pt x="3674" y="5553"/>
                </a:cubicBezTo>
                <a:cubicBezTo>
                  <a:pt x="3782" y="5428"/>
                  <a:pt x="3769" y="5252"/>
                  <a:pt x="3645" y="5144"/>
                </a:cubicBezTo>
                <a:cubicBezTo>
                  <a:pt x="3155" y="4723"/>
                  <a:pt x="2992" y="4070"/>
                  <a:pt x="3168" y="3482"/>
                </a:cubicBezTo>
                <a:cubicBezTo>
                  <a:pt x="3210" y="3335"/>
                  <a:pt x="3279" y="3198"/>
                  <a:pt x="3374" y="3061"/>
                </a:cubicBezTo>
                <a:cubicBezTo>
                  <a:pt x="3400" y="3008"/>
                  <a:pt x="3442" y="2953"/>
                  <a:pt x="3481" y="2910"/>
                </a:cubicBezTo>
                <a:cubicBezTo>
                  <a:pt x="3494" y="2884"/>
                  <a:pt x="3511" y="2871"/>
                  <a:pt x="3524" y="2858"/>
                </a:cubicBezTo>
                <a:cubicBezTo>
                  <a:pt x="3550" y="2816"/>
                  <a:pt x="3592" y="2777"/>
                  <a:pt x="3619" y="2734"/>
                </a:cubicBezTo>
                <a:cubicBezTo>
                  <a:pt x="3988" y="2376"/>
                  <a:pt x="4475" y="2189"/>
                  <a:pt x="4968" y="2189"/>
                </a:cubicBezTo>
                <a:cubicBezTo>
                  <a:pt x="5220" y="2189"/>
                  <a:pt x="5475" y="2238"/>
                  <a:pt x="5715" y="2339"/>
                </a:cubicBezTo>
                <a:lnTo>
                  <a:pt x="5715" y="3253"/>
                </a:lnTo>
                <a:cubicBezTo>
                  <a:pt x="5715" y="3417"/>
                  <a:pt x="5849" y="3551"/>
                  <a:pt x="6012" y="3551"/>
                </a:cubicBezTo>
                <a:cubicBezTo>
                  <a:pt x="6176" y="3551"/>
                  <a:pt x="6300" y="3417"/>
                  <a:pt x="6300" y="3253"/>
                </a:cubicBezTo>
                <a:lnTo>
                  <a:pt x="6300" y="2163"/>
                </a:lnTo>
                <a:lnTo>
                  <a:pt x="6300" y="1865"/>
                </a:lnTo>
                <a:lnTo>
                  <a:pt x="6300" y="1647"/>
                </a:lnTo>
                <a:cubicBezTo>
                  <a:pt x="6300" y="1062"/>
                  <a:pt x="6777" y="585"/>
                  <a:pt x="7361" y="585"/>
                </a:cubicBezTo>
                <a:close/>
                <a:moveTo>
                  <a:pt x="7361" y="1"/>
                </a:moveTo>
                <a:cubicBezTo>
                  <a:pt x="6463" y="1"/>
                  <a:pt x="5715" y="735"/>
                  <a:pt x="5715" y="1647"/>
                </a:cubicBezTo>
                <a:lnTo>
                  <a:pt x="5715" y="1715"/>
                </a:lnTo>
                <a:cubicBezTo>
                  <a:pt x="5469" y="1638"/>
                  <a:pt x="5215" y="1600"/>
                  <a:pt x="4962" y="1600"/>
                </a:cubicBezTo>
                <a:cubicBezTo>
                  <a:pt x="4317" y="1600"/>
                  <a:pt x="3679" y="1847"/>
                  <a:pt x="3210" y="2326"/>
                </a:cubicBezTo>
                <a:cubicBezTo>
                  <a:pt x="3086" y="2450"/>
                  <a:pt x="2978" y="2571"/>
                  <a:pt x="2897" y="2708"/>
                </a:cubicBezTo>
                <a:cubicBezTo>
                  <a:pt x="2747" y="2910"/>
                  <a:pt x="2652" y="3142"/>
                  <a:pt x="2583" y="3374"/>
                </a:cubicBezTo>
                <a:cubicBezTo>
                  <a:pt x="2531" y="3580"/>
                  <a:pt x="2489" y="3782"/>
                  <a:pt x="2489" y="3988"/>
                </a:cubicBezTo>
                <a:cubicBezTo>
                  <a:pt x="2041" y="4165"/>
                  <a:pt x="1633" y="4423"/>
                  <a:pt x="1290" y="4762"/>
                </a:cubicBezTo>
                <a:cubicBezTo>
                  <a:pt x="705" y="5334"/>
                  <a:pt x="366" y="6111"/>
                  <a:pt x="310" y="6911"/>
                </a:cubicBezTo>
                <a:cubicBezTo>
                  <a:pt x="258" y="7633"/>
                  <a:pt x="434" y="8342"/>
                  <a:pt x="816" y="8952"/>
                </a:cubicBezTo>
                <a:cubicBezTo>
                  <a:pt x="679" y="9116"/>
                  <a:pt x="555" y="9279"/>
                  <a:pt x="447" y="9458"/>
                </a:cubicBezTo>
                <a:cubicBezTo>
                  <a:pt x="297" y="9687"/>
                  <a:pt x="176" y="9961"/>
                  <a:pt x="121" y="10259"/>
                </a:cubicBezTo>
                <a:cubicBezTo>
                  <a:pt x="39" y="10546"/>
                  <a:pt x="0" y="10846"/>
                  <a:pt x="0" y="11157"/>
                </a:cubicBezTo>
                <a:cubicBezTo>
                  <a:pt x="0" y="12084"/>
                  <a:pt x="379" y="12953"/>
                  <a:pt x="1032" y="13593"/>
                </a:cubicBezTo>
                <a:cubicBezTo>
                  <a:pt x="898" y="13851"/>
                  <a:pt x="816" y="14151"/>
                  <a:pt x="787" y="14465"/>
                </a:cubicBezTo>
                <a:cubicBezTo>
                  <a:pt x="774" y="14628"/>
                  <a:pt x="761" y="14791"/>
                  <a:pt x="761" y="14955"/>
                </a:cubicBezTo>
                <a:cubicBezTo>
                  <a:pt x="761" y="16369"/>
                  <a:pt x="1617" y="17607"/>
                  <a:pt x="2923" y="18113"/>
                </a:cubicBezTo>
                <a:cubicBezTo>
                  <a:pt x="2965" y="19390"/>
                  <a:pt x="3971" y="20438"/>
                  <a:pt x="5238" y="20520"/>
                </a:cubicBezTo>
                <a:cubicBezTo>
                  <a:pt x="5251" y="20520"/>
                  <a:pt x="5278" y="20520"/>
                  <a:pt x="5291" y="20533"/>
                </a:cubicBezTo>
                <a:cubicBezTo>
                  <a:pt x="5372" y="20533"/>
                  <a:pt x="5454" y="20546"/>
                  <a:pt x="5536" y="20546"/>
                </a:cubicBezTo>
                <a:cubicBezTo>
                  <a:pt x="5591" y="20546"/>
                  <a:pt x="5660" y="20546"/>
                  <a:pt x="5715" y="20533"/>
                </a:cubicBezTo>
                <a:lnTo>
                  <a:pt x="5715" y="20791"/>
                </a:lnTo>
                <a:cubicBezTo>
                  <a:pt x="5715" y="21705"/>
                  <a:pt x="6463" y="22440"/>
                  <a:pt x="7361" y="22440"/>
                </a:cubicBezTo>
                <a:cubicBezTo>
                  <a:pt x="8272" y="22440"/>
                  <a:pt x="9020" y="21705"/>
                  <a:pt x="9020" y="20791"/>
                </a:cubicBezTo>
                <a:lnTo>
                  <a:pt x="9020" y="14968"/>
                </a:lnTo>
                <a:cubicBezTo>
                  <a:pt x="9020" y="14955"/>
                  <a:pt x="9007" y="14955"/>
                  <a:pt x="9007" y="14942"/>
                </a:cubicBezTo>
                <a:cubicBezTo>
                  <a:pt x="9144" y="14697"/>
                  <a:pt x="9210" y="14422"/>
                  <a:pt x="9210" y="14138"/>
                </a:cubicBezTo>
                <a:cubicBezTo>
                  <a:pt x="9210" y="13498"/>
                  <a:pt x="8857" y="12927"/>
                  <a:pt x="8328" y="12626"/>
                </a:cubicBezTo>
                <a:cubicBezTo>
                  <a:pt x="8749" y="12300"/>
                  <a:pt x="9020" y="11797"/>
                  <a:pt x="9020" y="11238"/>
                </a:cubicBezTo>
                <a:lnTo>
                  <a:pt x="9020" y="1647"/>
                </a:lnTo>
                <a:cubicBezTo>
                  <a:pt x="9020" y="735"/>
                  <a:pt x="8272" y="1"/>
                  <a:pt x="736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13"/>
          <p:cNvSpPr/>
          <p:nvPr/>
        </p:nvSpPr>
        <p:spPr>
          <a:xfrm rot="-1635335" flipH="1">
            <a:off x="7458454" y="-2000632"/>
            <a:ext cx="2322548" cy="5664635"/>
          </a:xfrm>
          <a:custGeom>
            <a:avLst/>
            <a:gdLst/>
            <a:ahLst/>
            <a:cxnLst/>
            <a:rect l="l" t="t" r="r" b="b"/>
            <a:pathLst>
              <a:path w="9201" h="22441" extrusionOk="0">
                <a:moveTo>
                  <a:pt x="1839" y="585"/>
                </a:moveTo>
                <a:cubicBezTo>
                  <a:pt x="2424" y="585"/>
                  <a:pt x="2901" y="1062"/>
                  <a:pt x="2901" y="1647"/>
                </a:cubicBezTo>
                <a:lnTo>
                  <a:pt x="2901" y="1865"/>
                </a:lnTo>
                <a:lnTo>
                  <a:pt x="2901" y="2163"/>
                </a:lnTo>
                <a:lnTo>
                  <a:pt x="2901" y="3253"/>
                </a:lnTo>
                <a:cubicBezTo>
                  <a:pt x="2901" y="3417"/>
                  <a:pt x="3021" y="3551"/>
                  <a:pt x="3185" y="3551"/>
                </a:cubicBezTo>
                <a:cubicBezTo>
                  <a:pt x="3348" y="3551"/>
                  <a:pt x="3485" y="3417"/>
                  <a:pt x="3485" y="3253"/>
                </a:cubicBezTo>
                <a:lnTo>
                  <a:pt x="3485" y="2339"/>
                </a:lnTo>
                <a:cubicBezTo>
                  <a:pt x="3726" y="2238"/>
                  <a:pt x="3980" y="2189"/>
                  <a:pt x="4233" y="2189"/>
                </a:cubicBezTo>
                <a:cubicBezTo>
                  <a:pt x="4725" y="2189"/>
                  <a:pt x="5213" y="2376"/>
                  <a:pt x="5582" y="2734"/>
                </a:cubicBezTo>
                <a:cubicBezTo>
                  <a:pt x="5608" y="2777"/>
                  <a:pt x="5647" y="2816"/>
                  <a:pt x="5676" y="2858"/>
                </a:cubicBezTo>
                <a:cubicBezTo>
                  <a:pt x="5690" y="2871"/>
                  <a:pt x="5703" y="2884"/>
                  <a:pt x="5716" y="2910"/>
                </a:cubicBezTo>
                <a:cubicBezTo>
                  <a:pt x="5758" y="2953"/>
                  <a:pt x="5797" y="3008"/>
                  <a:pt x="5840" y="3061"/>
                </a:cubicBezTo>
                <a:cubicBezTo>
                  <a:pt x="5921" y="3185"/>
                  <a:pt x="5990" y="3335"/>
                  <a:pt x="6029" y="3482"/>
                </a:cubicBezTo>
                <a:cubicBezTo>
                  <a:pt x="6206" y="4070"/>
                  <a:pt x="6042" y="4723"/>
                  <a:pt x="5552" y="5144"/>
                </a:cubicBezTo>
                <a:cubicBezTo>
                  <a:pt x="5432" y="5252"/>
                  <a:pt x="5418" y="5428"/>
                  <a:pt x="5526" y="5553"/>
                </a:cubicBezTo>
                <a:cubicBezTo>
                  <a:pt x="5582" y="5621"/>
                  <a:pt x="5663" y="5660"/>
                  <a:pt x="5745" y="5660"/>
                </a:cubicBezTo>
                <a:cubicBezTo>
                  <a:pt x="5810" y="5660"/>
                  <a:pt x="5879" y="5634"/>
                  <a:pt x="5934" y="5592"/>
                </a:cubicBezTo>
                <a:cubicBezTo>
                  <a:pt x="6261" y="5321"/>
                  <a:pt x="6480" y="4968"/>
                  <a:pt x="6601" y="4586"/>
                </a:cubicBezTo>
                <a:cubicBezTo>
                  <a:pt x="6927" y="4723"/>
                  <a:pt x="7241" y="4925"/>
                  <a:pt x="7499" y="5183"/>
                </a:cubicBezTo>
                <a:cubicBezTo>
                  <a:pt x="8439" y="6124"/>
                  <a:pt x="8573" y="7607"/>
                  <a:pt x="7852" y="8694"/>
                </a:cubicBezTo>
                <a:cubicBezTo>
                  <a:pt x="7566" y="8573"/>
                  <a:pt x="7253" y="8507"/>
                  <a:pt x="6928" y="8507"/>
                </a:cubicBezTo>
                <a:cubicBezTo>
                  <a:pt x="6851" y="8507"/>
                  <a:pt x="6773" y="8510"/>
                  <a:pt x="6695" y="8518"/>
                </a:cubicBezTo>
                <a:cubicBezTo>
                  <a:pt x="6532" y="8544"/>
                  <a:pt x="6411" y="8681"/>
                  <a:pt x="6437" y="8844"/>
                </a:cubicBezTo>
                <a:cubicBezTo>
                  <a:pt x="6450" y="8999"/>
                  <a:pt x="6585" y="9104"/>
                  <a:pt x="6737" y="9104"/>
                </a:cubicBezTo>
                <a:cubicBezTo>
                  <a:pt x="6746" y="9104"/>
                  <a:pt x="6755" y="9103"/>
                  <a:pt x="6764" y="9102"/>
                </a:cubicBezTo>
                <a:cubicBezTo>
                  <a:pt x="6825" y="9095"/>
                  <a:pt x="6886" y="9092"/>
                  <a:pt x="6947" y="9092"/>
                </a:cubicBezTo>
                <a:cubicBezTo>
                  <a:pt x="7474" y="9092"/>
                  <a:pt x="7954" y="9354"/>
                  <a:pt x="8247" y="9756"/>
                </a:cubicBezTo>
                <a:cubicBezTo>
                  <a:pt x="8358" y="9961"/>
                  <a:pt x="8452" y="10177"/>
                  <a:pt x="8521" y="10409"/>
                </a:cubicBezTo>
                <a:cubicBezTo>
                  <a:pt x="8521" y="10438"/>
                  <a:pt x="8521" y="10464"/>
                  <a:pt x="8534" y="10490"/>
                </a:cubicBezTo>
                <a:cubicBezTo>
                  <a:pt x="8534" y="10533"/>
                  <a:pt x="8547" y="10559"/>
                  <a:pt x="8560" y="10601"/>
                </a:cubicBezTo>
                <a:cubicBezTo>
                  <a:pt x="8603" y="10778"/>
                  <a:pt x="8616" y="10967"/>
                  <a:pt x="8616" y="11157"/>
                </a:cubicBezTo>
                <a:cubicBezTo>
                  <a:pt x="8616" y="11891"/>
                  <a:pt x="8328" y="12587"/>
                  <a:pt x="7812" y="13103"/>
                </a:cubicBezTo>
                <a:cubicBezTo>
                  <a:pt x="7430" y="12695"/>
                  <a:pt x="6888" y="12437"/>
                  <a:pt x="6274" y="12424"/>
                </a:cubicBezTo>
                <a:cubicBezTo>
                  <a:pt x="6111" y="12424"/>
                  <a:pt x="5974" y="12561"/>
                  <a:pt x="5974" y="12724"/>
                </a:cubicBezTo>
                <a:cubicBezTo>
                  <a:pt x="5974" y="12871"/>
                  <a:pt x="6098" y="13008"/>
                  <a:pt x="6261" y="13008"/>
                </a:cubicBezTo>
                <a:cubicBezTo>
                  <a:pt x="6833" y="13021"/>
                  <a:pt x="7336" y="13335"/>
                  <a:pt x="7607" y="13799"/>
                </a:cubicBezTo>
                <a:cubicBezTo>
                  <a:pt x="7718" y="14031"/>
                  <a:pt x="7786" y="14275"/>
                  <a:pt x="7825" y="14520"/>
                </a:cubicBezTo>
                <a:lnTo>
                  <a:pt x="7825" y="14628"/>
                </a:lnTo>
                <a:cubicBezTo>
                  <a:pt x="7825" y="14667"/>
                  <a:pt x="7838" y="14710"/>
                  <a:pt x="7852" y="14749"/>
                </a:cubicBezTo>
                <a:lnTo>
                  <a:pt x="7852" y="14955"/>
                </a:lnTo>
                <a:cubicBezTo>
                  <a:pt x="7852" y="16055"/>
                  <a:pt x="7228" y="17022"/>
                  <a:pt x="6261" y="17486"/>
                </a:cubicBezTo>
                <a:cubicBezTo>
                  <a:pt x="6137" y="16656"/>
                  <a:pt x="5526" y="15948"/>
                  <a:pt x="4667" y="15716"/>
                </a:cubicBezTo>
                <a:cubicBezTo>
                  <a:pt x="4643" y="15710"/>
                  <a:pt x="4618" y="15707"/>
                  <a:pt x="4594" y="15707"/>
                </a:cubicBezTo>
                <a:cubicBezTo>
                  <a:pt x="4462" y="15707"/>
                  <a:pt x="4351" y="15796"/>
                  <a:pt x="4315" y="15935"/>
                </a:cubicBezTo>
                <a:cubicBezTo>
                  <a:pt x="4275" y="16085"/>
                  <a:pt x="4370" y="16248"/>
                  <a:pt x="4520" y="16287"/>
                </a:cubicBezTo>
                <a:cubicBezTo>
                  <a:pt x="5226" y="16464"/>
                  <a:pt x="5690" y="17104"/>
                  <a:pt x="5703" y="17799"/>
                </a:cubicBezTo>
                <a:cubicBezTo>
                  <a:pt x="5690" y="17839"/>
                  <a:pt x="5690" y="17881"/>
                  <a:pt x="5690" y="17920"/>
                </a:cubicBezTo>
                <a:lnTo>
                  <a:pt x="5690" y="18044"/>
                </a:lnTo>
                <a:lnTo>
                  <a:pt x="5690" y="18057"/>
                </a:lnTo>
                <a:cubicBezTo>
                  <a:pt x="5676" y="18113"/>
                  <a:pt x="5676" y="18165"/>
                  <a:pt x="5647" y="18221"/>
                </a:cubicBezTo>
                <a:cubicBezTo>
                  <a:pt x="5634" y="18276"/>
                  <a:pt x="5647" y="18328"/>
                  <a:pt x="5663" y="18384"/>
                </a:cubicBezTo>
                <a:cubicBezTo>
                  <a:pt x="5500" y="19269"/>
                  <a:pt x="4723" y="19935"/>
                  <a:pt x="3799" y="19935"/>
                </a:cubicBezTo>
                <a:cubicBezTo>
                  <a:pt x="3622" y="19935"/>
                  <a:pt x="3443" y="19909"/>
                  <a:pt x="3266" y="19867"/>
                </a:cubicBezTo>
                <a:cubicBezTo>
                  <a:pt x="3240" y="19854"/>
                  <a:pt x="3214" y="19854"/>
                  <a:pt x="3185" y="19854"/>
                </a:cubicBezTo>
                <a:cubicBezTo>
                  <a:pt x="2858" y="19690"/>
                  <a:pt x="2600" y="19377"/>
                  <a:pt x="2545" y="18982"/>
                </a:cubicBezTo>
                <a:cubicBezTo>
                  <a:pt x="2521" y="18845"/>
                  <a:pt x="2395" y="18733"/>
                  <a:pt x="2259" y="18733"/>
                </a:cubicBezTo>
                <a:cubicBezTo>
                  <a:pt x="2246" y="18733"/>
                  <a:pt x="2232" y="18734"/>
                  <a:pt x="2218" y="18737"/>
                </a:cubicBezTo>
                <a:cubicBezTo>
                  <a:pt x="2055" y="18766"/>
                  <a:pt x="1947" y="18913"/>
                  <a:pt x="1960" y="19076"/>
                </a:cubicBezTo>
                <a:cubicBezTo>
                  <a:pt x="2042" y="19648"/>
                  <a:pt x="2411" y="20112"/>
                  <a:pt x="2901" y="20356"/>
                </a:cubicBezTo>
                <a:lnTo>
                  <a:pt x="2901" y="20791"/>
                </a:lnTo>
                <a:cubicBezTo>
                  <a:pt x="2901" y="21379"/>
                  <a:pt x="2424" y="21852"/>
                  <a:pt x="1839" y="21852"/>
                </a:cubicBezTo>
                <a:cubicBezTo>
                  <a:pt x="1255" y="21852"/>
                  <a:pt x="778" y="21379"/>
                  <a:pt x="778" y="20791"/>
                </a:cubicBezTo>
                <a:lnTo>
                  <a:pt x="778" y="17567"/>
                </a:lnTo>
                <a:cubicBezTo>
                  <a:pt x="1075" y="17839"/>
                  <a:pt x="1483" y="18002"/>
                  <a:pt x="1921" y="18002"/>
                </a:cubicBezTo>
                <a:cubicBezTo>
                  <a:pt x="2260" y="18002"/>
                  <a:pt x="2574" y="17907"/>
                  <a:pt x="2845" y="17744"/>
                </a:cubicBezTo>
                <a:cubicBezTo>
                  <a:pt x="2974" y="17690"/>
                  <a:pt x="3110" y="17663"/>
                  <a:pt x="3248" y="17663"/>
                </a:cubicBezTo>
                <a:cubicBezTo>
                  <a:pt x="3386" y="17663"/>
                  <a:pt x="3526" y="17690"/>
                  <a:pt x="3661" y="17744"/>
                </a:cubicBezTo>
                <a:cubicBezTo>
                  <a:pt x="3949" y="17852"/>
                  <a:pt x="4164" y="18070"/>
                  <a:pt x="4288" y="18341"/>
                </a:cubicBezTo>
                <a:cubicBezTo>
                  <a:pt x="4328" y="18452"/>
                  <a:pt x="4439" y="18521"/>
                  <a:pt x="4560" y="18521"/>
                </a:cubicBezTo>
                <a:cubicBezTo>
                  <a:pt x="4586" y="18521"/>
                  <a:pt x="4628" y="18505"/>
                  <a:pt x="4667" y="18492"/>
                </a:cubicBezTo>
                <a:cubicBezTo>
                  <a:pt x="4818" y="18423"/>
                  <a:pt x="4886" y="18260"/>
                  <a:pt x="4818" y="18113"/>
                </a:cubicBezTo>
                <a:cubicBezTo>
                  <a:pt x="4641" y="17688"/>
                  <a:pt x="4302" y="17362"/>
                  <a:pt x="3880" y="17198"/>
                </a:cubicBezTo>
                <a:cubicBezTo>
                  <a:pt x="3743" y="17133"/>
                  <a:pt x="3593" y="17104"/>
                  <a:pt x="3443" y="17091"/>
                </a:cubicBezTo>
                <a:cubicBezTo>
                  <a:pt x="3580" y="16846"/>
                  <a:pt x="3648" y="16562"/>
                  <a:pt x="3648" y="16274"/>
                </a:cubicBezTo>
                <a:lnTo>
                  <a:pt x="3648" y="15036"/>
                </a:lnTo>
                <a:cubicBezTo>
                  <a:pt x="3648" y="14873"/>
                  <a:pt x="3511" y="14736"/>
                  <a:pt x="3348" y="14736"/>
                </a:cubicBezTo>
                <a:cubicBezTo>
                  <a:pt x="3185" y="14736"/>
                  <a:pt x="3064" y="14873"/>
                  <a:pt x="3064" y="15036"/>
                </a:cubicBezTo>
                <a:lnTo>
                  <a:pt x="3064" y="16274"/>
                </a:lnTo>
                <a:cubicBezTo>
                  <a:pt x="3064" y="16656"/>
                  <a:pt x="2858" y="17009"/>
                  <a:pt x="2574" y="17215"/>
                </a:cubicBezTo>
                <a:lnTo>
                  <a:pt x="2561" y="17215"/>
                </a:lnTo>
                <a:cubicBezTo>
                  <a:pt x="2531" y="17228"/>
                  <a:pt x="2505" y="17241"/>
                  <a:pt x="2479" y="17267"/>
                </a:cubicBezTo>
                <a:cubicBezTo>
                  <a:pt x="2316" y="17362"/>
                  <a:pt x="2123" y="17417"/>
                  <a:pt x="1921" y="17417"/>
                </a:cubicBezTo>
                <a:cubicBezTo>
                  <a:pt x="1281" y="17417"/>
                  <a:pt x="778" y="16901"/>
                  <a:pt x="778" y="16274"/>
                </a:cubicBezTo>
                <a:lnTo>
                  <a:pt x="778" y="15595"/>
                </a:lnTo>
                <a:cubicBezTo>
                  <a:pt x="1049" y="15784"/>
                  <a:pt x="1388" y="15892"/>
                  <a:pt x="1757" y="15892"/>
                </a:cubicBezTo>
                <a:cubicBezTo>
                  <a:pt x="1908" y="15892"/>
                  <a:pt x="2042" y="15771"/>
                  <a:pt x="2042" y="15608"/>
                </a:cubicBezTo>
                <a:cubicBezTo>
                  <a:pt x="2042" y="15445"/>
                  <a:pt x="1908" y="15307"/>
                  <a:pt x="1757" y="15307"/>
                </a:cubicBezTo>
                <a:cubicBezTo>
                  <a:pt x="1104" y="15307"/>
                  <a:pt x="585" y="14791"/>
                  <a:pt x="585" y="14138"/>
                </a:cubicBezTo>
                <a:cubicBezTo>
                  <a:pt x="585" y="13498"/>
                  <a:pt x="1104" y="12969"/>
                  <a:pt x="1757" y="12969"/>
                </a:cubicBezTo>
                <a:lnTo>
                  <a:pt x="1921" y="12969"/>
                </a:lnTo>
                <a:cubicBezTo>
                  <a:pt x="2871" y="12969"/>
                  <a:pt x="3648" y="12192"/>
                  <a:pt x="3648" y="11238"/>
                </a:cubicBezTo>
                <a:lnTo>
                  <a:pt x="3648" y="10340"/>
                </a:lnTo>
                <a:cubicBezTo>
                  <a:pt x="4831" y="10206"/>
                  <a:pt x="5758" y="9197"/>
                  <a:pt x="5758" y="7989"/>
                </a:cubicBezTo>
                <a:cubicBezTo>
                  <a:pt x="5758" y="6682"/>
                  <a:pt x="4710" y="5634"/>
                  <a:pt x="3417" y="5621"/>
                </a:cubicBezTo>
                <a:cubicBezTo>
                  <a:pt x="3159" y="5089"/>
                  <a:pt x="2613" y="4707"/>
                  <a:pt x="1973" y="4707"/>
                </a:cubicBezTo>
                <a:cubicBezTo>
                  <a:pt x="1810" y="4707"/>
                  <a:pt x="1689" y="4844"/>
                  <a:pt x="1689" y="5007"/>
                </a:cubicBezTo>
                <a:cubicBezTo>
                  <a:pt x="1689" y="5170"/>
                  <a:pt x="1810" y="5308"/>
                  <a:pt x="1973" y="5308"/>
                </a:cubicBezTo>
                <a:cubicBezTo>
                  <a:pt x="2531" y="5308"/>
                  <a:pt x="2982" y="5755"/>
                  <a:pt x="2982" y="6313"/>
                </a:cubicBezTo>
                <a:cubicBezTo>
                  <a:pt x="2982" y="6872"/>
                  <a:pt x="2531" y="7319"/>
                  <a:pt x="1973" y="7319"/>
                </a:cubicBezTo>
                <a:cubicBezTo>
                  <a:pt x="1810" y="7319"/>
                  <a:pt x="1689" y="7456"/>
                  <a:pt x="1689" y="7620"/>
                </a:cubicBezTo>
                <a:cubicBezTo>
                  <a:pt x="1689" y="7783"/>
                  <a:pt x="1810" y="7907"/>
                  <a:pt x="1973" y="7907"/>
                </a:cubicBezTo>
                <a:cubicBezTo>
                  <a:pt x="2858" y="7907"/>
                  <a:pt x="3580" y="7198"/>
                  <a:pt x="3580" y="6313"/>
                </a:cubicBezTo>
                <a:cubicBezTo>
                  <a:pt x="3580" y="6274"/>
                  <a:pt x="3567" y="6245"/>
                  <a:pt x="3567" y="6219"/>
                </a:cubicBezTo>
                <a:lnTo>
                  <a:pt x="3567" y="6219"/>
                </a:lnTo>
                <a:cubicBezTo>
                  <a:pt x="4465" y="6300"/>
                  <a:pt x="5174" y="7061"/>
                  <a:pt x="5174" y="7989"/>
                </a:cubicBezTo>
                <a:cubicBezTo>
                  <a:pt x="5174" y="8844"/>
                  <a:pt x="4560" y="9566"/>
                  <a:pt x="3730" y="9729"/>
                </a:cubicBezTo>
                <a:lnTo>
                  <a:pt x="3635" y="9729"/>
                </a:lnTo>
                <a:cubicBezTo>
                  <a:pt x="3551" y="9748"/>
                  <a:pt x="3467" y="9757"/>
                  <a:pt x="3384" y="9757"/>
                </a:cubicBezTo>
                <a:cubicBezTo>
                  <a:pt x="2860" y="9757"/>
                  <a:pt x="2379" y="9399"/>
                  <a:pt x="2260" y="8858"/>
                </a:cubicBezTo>
                <a:cubicBezTo>
                  <a:pt x="2238" y="8721"/>
                  <a:pt x="2120" y="8632"/>
                  <a:pt x="1986" y="8632"/>
                </a:cubicBezTo>
                <a:cubicBezTo>
                  <a:pt x="1960" y="8632"/>
                  <a:pt x="1934" y="8635"/>
                  <a:pt x="1908" y="8642"/>
                </a:cubicBezTo>
                <a:cubicBezTo>
                  <a:pt x="1757" y="8668"/>
                  <a:pt x="1646" y="8831"/>
                  <a:pt x="1689" y="8982"/>
                </a:cubicBezTo>
                <a:cubicBezTo>
                  <a:pt x="1839" y="9687"/>
                  <a:pt x="2398" y="10193"/>
                  <a:pt x="3064" y="10314"/>
                </a:cubicBezTo>
                <a:lnTo>
                  <a:pt x="3064" y="11238"/>
                </a:lnTo>
                <a:cubicBezTo>
                  <a:pt x="3064" y="11865"/>
                  <a:pt x="2545" y="12381"/>
                  <a:pt x="1921" y="12381"/>
                </a:cubicBezTo>
                <a:cubicBezTo>
                  <a:pt x="1281" y="12381"/>
                  <a:pt x="778" y="11865"/>
                  <a:pt x="778" y="11238"/>
                </a:cubicBezTo>
                <a:lnTo>
                  <a:pt x="778" y="1647"/>
                </a:lnTo>
                <a:cubicBezTo>
                  <a:pt x="778" y="1062"/>
                  <a:pt x="1255" y="585"/>
                  <a:pt x="1839" y="585"/>
                </a:cubicBezTo>
                <a:close/>
                <a:moveTo>
                  <a:pt x="1839" y="1"/>
                </a:moveTo>
                <a:cubicBezTo>
                  <a:pt x="928" y="1"/>
                  <a:pt x="193" y="735"/>
                  <a:pt x="193" y="1647"/>
                </a:cubicBezTo>
                <a:lnTo>
                  <a:pt x="193" y="11238"/>
                </a:lnTo>
                <a:cubicBezTo>
                  <a:pt x="193" y="11797"/>
                  <a:pt x="451" y="12300"/>
                  <a:pt x="872" y="12626"/>
                </a:cubicBezTo>
                <a:cubicBezTo>
                  <a:pt x="356" y="12927"/>
                  <a:pt x="0" y="13498"/>
                  <a:pt x="0" y="14138"/>
                </a:cubicBezTo>
                <a:cubicBezTo>
                  <a:pt x="0" y="14422"/>
                  <a:pt x="69" y="14697"/>
                  <a:pt x="193" y="14942"/>
                </a:cubicBezTo>
                <a:lnTo>
                  <a:pt x="193" y="14968"/>
                </a:lnTo>
                <a:lnTo>
                  <a:pt x="193" y="20791"/>
                </a:lnTo>
                <a:cubicBezTo>
                  <a:pt x="193" y="21705"/>
                  <a:pt x="928" y="22440"/>
                  <a:pt x="1839" y="22440"/>
                </a:cubicBezTo>
                <a:cubicBezTo>
                  <a:pt x="2750" y="22440"/>
                  <a:pt x="3485" y="21705"/>
                  <a:pt x="3485" y="20791"/>
                </a:cubicBezTo>
                <a:lnTo>
                  <a:pt x="3485" y="20533"/>
                </a:lnTo>
                <a:cubicBezTo>
                  <a:pt x="3541" y="20546"/>
                  <a:pt x="3606" y="20546"/>
                  <a:pt x="3661" y="20546"/>
                </a:cubicBezTo>
                <a:cubicBezTo>
                  <a:pt x="3743" y="20546"/>
                  <a:pt x="3825" y="20533"/>
                  <a:pt x="3906" y="20533"/>
                </a:cubicBezTo>
                <a:cubicBezTo>
                  <a:pt x="3933" y="20520"/>
                  <a:pt x="3949" y="20520"/>
                  <a:pt x="3962" y="20520"/>
                </a:cubicBezTo>
                <a:cubicBezTo>
                  <a:pt x="5226" y="20438"/>
                  <a:pt x="6235" y="19390"/>
                  <a:pt x="6274" y="18113"/>
                </a:cubicBezTo>
                <a:cubicBezTo>
                  <a:pt x="7580" y="17607"/>
                  <a:pt x="8452" y="16369"/>
                  <a:pt x="8452" y="14955"/>
                </a:cubicBezTo>
                <a:cubicBezTo>
                  <a:pt x="8452" y="14791"/>
                  <a:pt x="8439" y="14628"/>
                  <a:pt x="8410" y="14465"/>
                </a:cubicBezTo>
                <a:cubicBezTo>
                  <a:pt x="8384" y="14151"/>
                  <a:pt x="8302" y="13851"/>
                  <a:pt x="8165" y="13593"/>
                </a:cubicBezTo>
                <a:cubicBezTo>
                  <a:pt x="8831" y="12953"/>
                  <a:pt x="9200" y="12084"/>
                  <a:pt x="9200" y="11157"/>
                </a:cubicBezTo>
                <a:cubicBezTo>
                  <a:pt x="9200" y="10846"/>
                  <a:pt x="9158" y="10546"/>
                  <a:pt x="9076" y="10259"/>
                </a:cubicBezTo>
                <a:cubicBezTo>
                  <a:pt x="9024" y="9961"/>
                  <a:pt x="8913" y="9687"/>
                  <a:pt x="8750" y="9458"/>
                </a:cubicBezTo>
                <a:cubicBezTo>
                  <a:pt x="8642" y="9279"/>
                  <a:pt x="8521" y="9116"/>
                  <a:pt x="8384" y="8952"/>
                </a:cubicBezTo>
                <a:cubicBezTo>
                  <a:pt x="8766" y="8342"/>
                  <a:pt x="8942" y="7633"/>
                  <a:pt x="8900" y="6911"/>
                </a:cubicBezTo>
                <a:cubicBezTo>
                  <a:pt x="8831" y="6111"/>
                  <a:pt x="8492" y="5334"/>
                  <a:pt x="7920" y="4762"/>
                </a:cubicBezTo>
                <a:cubicBezTo>
                  <a:pt x="7580" y="4423"/>
                  <a:pt x="7159" y="4165"/>
                  <a:pt x="6725" y="3988"/>
                </a:cubicBezTo>
                <a:cubicBezTo>
                  <a:pt x="6708" y="3782"/>
                  <a:pt x="6682" y="3580"/>
                  <a:pt x="6614" y="3374"/>
                </a:cubicBezTo>
                <a:cubicBezTo>
                  <a:pt x="6562" y="3142"/>
                  <a:pt x="6450" y="2910"/>
                  <a:pt x="6300" y="2708"/>
                </a:cubicBezTo>
                <a:cubicBezTo>
                  <a:pt x="6219" y="2571"/>
                  <a:pt x="6111" y="2437"/>
                  <a:pt x="5990" y="2326"/>
                </a:cubicBezTo>
                <a:cubicBezTo>
                  <a:pt x="5521" y="1847"/>
                  <a:pt x="4883" y="1600"/>
                  <a:pt x="4238" y="1600"/>
                </a:cubicBezTo>
                <a:cubicBezTo>
                  <a:pt x="3985" y="1600"/>
                  <a:pt x="3731" y="1638"/>
                  <a:pt x="3485" y="1715"/>
                </a:cubicBezTo>
                <a:lnTo>
                  <a:pt x="3485" y="1647"/>
                </a:lnTo>
                <a:cubicBezTo>
                  <a:pt x="3485" y="735"/>
                  <a:pt x="2750" y="1"/>
                  <a:pt x="1839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3"/>
          <p:cNvSpPr/>
          <p:nvPr/>
        </p:nvSpPr>
        <p:spPr>
          <a:xfrm rot="-7199981" flipH="1">
            <a:off x="7177282" y="1706060"/>
            <a:ext cx="2322738" cy="5659561"/>
          </a:xfrm>
          <a:custGeom>
            <a:avLst/>
            <a:gdLst/>
            <a:ahLst/>
            <a:cxnLst/>
            <a:rect l="l" t="t" r="r" b="b"/>
            <a:pathLst>
              <a:path w="9210" h="22441" extrusionOk="0">
                <a:moveTo>
                  <a:pt x="7361" y="585"/>
                </a:moveTo>
                <a:cubicBezTo>
                  <a:pt x="7946" y="585"/>
                  <a:pt x="8423" y="1062"/>
                  <a:pt x="8423" y="1647"/>
                </a:cubicBezTo>
                <a:lnTo>
                  <a:pt x="8423" y="11238"/>
                </a:lnTo>
                <a:cubicBezTo>
                  <a:pt x="8423" y="11865"/>
                  <a:pt x="7920" y="12381"/>
                  <a:pt x="7280" y="12381"/>
                </a:cubicBezTo>
                <a:cubicBezTo>
                  <a:pt x="6653" y="12381"/>
                  <a:pt x="6137" y="11865"/>
                  <a:pt x="6137" y="11238"/>
                </a:cubicBezTo>
                <a:lnTo>
                  <a:pt x="6137" y="10314"/>
                </a:lnTo>
                <a:cubicBezTo>
                  <a:pt x="6803" y="10193"/>
                  <a:pt x="7361" y="9687"/>
                  <a:pt x="7511" y="8982"/>
                </a:cubicBezTo>
                <a:cubicBezTo>
                  <a:pt x="7551" y="8831"/>
                  <a:pt x="7443" y="8668"/>
                  <a:pt x="7293" y="8642"/>
                </a:cubicBezTo>
                <a:cubicBezTo>
                  <a:pt x="7266" y="8635"/>
                  <a:pt x="7240" y="8632"/>
                  <a:pt x="7215" y="8632"/>
                </a:cubicBezTo>
                <a:cubicBezTo>
                  <a:pt x="7084" y="8632"/>
                  <a:pt x="6973" y="8721"/>
                  <a:pt x="6940" y="8858"/>
                </a:cubicBezTo>
                <a:cubicBezTo>
                  <a:pt x="6822" y="9399"/>
                  <a:pt x="6348" y="9757"/>
                  <a:pt x="5820" y="9757"/>
                </a:cubicBezTo>
                <a:cubicBezTo>
                  <a:pt x="5736" y="9757"/>
                  <a:pt x="5650" y="9748"/>
                  <a:pt x="5565" y="9729"/>
                </a:cubicBezTo>
                <a:lnTo>
                  <a:pt x="5470" y="9729"/>
                </a:lnTo>
                <a:cubicBezTo>
                  <a:pt x="4654" y="9566"/>
                  <a:pt x="4027" y="8844"/>
                  <a:pt x="4027" y="7989"/>
                </a:cubicBezTo>
                <a:cubicBezTo>
                  <a:pt x="4027" y="7061"/>
                  <a:pt x="4735" y="6300"/>
                  <a:pt x="5634" y="6219"/>
                </a:cubicBezTo>
                <a:lnTo>
                  <a:pt x="5634" y="6313"/>
                </a:lnTo>
                <a:cubicBezTo>
                  <a:pt x="5634" y="7198"/>
                  <a:pt x="6339" y="7907"/>
                  <a:pt x="7224" y="7907"/>
                </a:cubicBezTo>
                <a:cubicBezTo>
                  <a:pt x="7387" y="7907"/>
                  <a:pt x="7524" y="7783"/>
                  <a:pt x="7524" y="7620"/>
                </a:cubicBezTo>
                <a:cubicBezTo>
                  <a:pt x="7524" y="7456"/>
                  <a:pt x="7387" y="7319"/>
                  <a:pt x="7224" y="7319"/>
                </a:cubicBezTo>
                <a:cubicBezTo>
                  <a:pt x="6666" y="7319"/>
                  <a:pt x="6218" y="6872"/>
                  <a:pt x="6218" y="6313"/>
                </a:cubicBezTo>
                <a:cubicBezTo>
                  <a:pt x="6218" y="5755"/>
                  <a:pt x="6666" y="5308"/>
                  <a:pt x="7224" y="5308"/>
                </a:cubicBezTo>
                <a:cubicBezTo>
                  <a:pt x="7387" y="5308"/>
                  <a:pt x="7524" y="5170"/>
                  <a:pt x="7524" y="5007"/>
                </a:cubicBezTo>
                <a:cubicBezTo>
                  <a:pt x="7524" y="4844"/>
                  <a:pt x="7387" y="4707"/>
                  <a:pt x="7224" y="4707"/>
                </a:cubicBezTo>
                <a:cubicBezTo>
                  <a:pt x="6597" y="4707"/>
                  <a:pt x="6042" y="5089"/>
                  <a:pt x="5781" y="5621"/>
                </a:cubicBezTo>
                <a:cubicBezTo>
                  <a:pt x="4491" y="5634"/>
                  <a:pt x="3442" y="6682"/>
                  <a:pt x="3442" y="7989"/>
                </a:cubicBezTo>
                <a:cubicBezTo>
                  <a:pt x="3442" y="9197"/>
                  <a:pt x="4366" y="10206"/>
                  <a:pt x="5552" y="10340"/>
                </a:cubicBezTo>
                <a:lnTo>
                  <a:pt x="5552" y="11238"/>
                </a:lnTo>
                <a:cubicBezTo>
                  <a:pt x="5552" y="12192"/>
                  <a:pt x="6326" y="12969"/>
                  <a:pt x="7280" y="12969"/>
                </a:cubicBezTo>
                <a:lnTo>
                  <a:pt x="7456" y="12969"/>
                </a:lnTo>
                <a:cubicBezTo>
                  <a:pt x="8096" y="12969"/>
                  <a:pt x="8612" y="13498"/>
                  <a:pt x="8612" y="14138"/>
                </a:cubicBezTo>
                <a:cubicBezTo>
                  <a:pt x="8612" y="14791"/>
                  <a:pt x="8096" y="15307"/>
                  <a:pt x="7456" y="15307"/>
                </a:cubicBezTo>
                <a:cubicBezTo>
                  <a:pt x="7293" y="15307"/>
                  <a:pt x="7155" y="15445"/>
                  <a:pt x="7155" y="15608"/>
                </a:cubicBezTo>
                <a:cubicBezTo>
                  <a:pt x="7155" y="15771"/>
                  <a:pt x="7293" y="15892"/>
                  <a:pt x="7456" y="15892"/>
                </a:cubicBezTo>
                <a:cubicBezTo>
                  <a:pt x="7809" y="15892"/>
                  <a:pt x="8148" y="15784"/>
                  <a:pt x="8423" y="15595"/>
                </a:cubicBezTo>
                <a:lnTo>
                  <a:pt x="8423" y="16274"/>
                </a:lnTo>
                <a:cubicBezTo>
                  <a:pt x="8423" y="16901"/>
                  <a:pt x="7920" y="17417"/>
                  <a:pt x="7280" y="17417"/>
                </a:cubicBezTo>
                <a:cubicBezTo>
                  <a:pt x="7074" y="17417"/>
                  <a:pt x="6884" y="17362"/>
                  <a:pt x="6721" y="17267"/>
                </a:cubicBezTo>
                <a:cubicBezTo>
                  <a:pt x="6695" y="17241"/>
                  <a:pt x="6666" y="17228"/>
                  <a:pt x="6639" y="17215"/>
                </a:cubicBezTo>
                <a:cubicBezTo>
                  <a:pt x="6339" y="17009"/>
                  <a:pt x="6137" y="16656"/>
                  <a:pt x="6137" y="16274"/>
                </a:cubicBezTo>
                <a:lnTo>
                  <a:pt x="6137" y="15036"/>
                </a:lnTo>
                <a:cubicBezTo>
                  <a:pt x="6137" y="14873"/>
                  <a:pt x="6012" y="14736"/>
                  <a:pt x="5849" y="14736"/>
                </a:cubicBezTo>
                <a:cubicBezTo>
                  <a:pt x="5686" y="14736"/>
                  <a:pt x="5552" y="14873"/>
                  <a:pt x="5552" y="15036"/>
                </a:cubicBezTo>
                <a:lnTo>
                  <a:pt x="5552" y="16274"/>
                </a:lnTo>
                <a:cubicBezTo>
                  <a:pt x="5552" y="16562"/>
                  <a:pt x="5634" y="16846"/>
                  <a:pt x="5754" y="17091"/>
                </a:cubicBezTo>
                <a:cubicBezTo>
                  <a:pt x="5604" y="17104"/>
                  <a:pt x="5470" y="17133"/>
                  <a:pt x="5320" y="17198"/>
                </a:cubicBezTo>
                <a:cubicBezTo>
                  <a:pt x="4899" y="17362"/>
                  <a:pt x="4556" y="17688"/>
                  <a:pt x="4379" y="18113"/>
                </a:cubicBezTo>
                <a:cubicBezTo>
                  <a:pt x="4311" y="18260"/>
                  <a:pt x="4379" y="18423"/>
                  <a:pt x="4530" y="18492"/>
                </a:cubicBezTo>
                <a:cubicBezTo>
                  <a:pt x="4572" y="18505"/>
                  <a:pt x="4611" y="18521"/>
                  <a:pt x="4654" y="18521"/>
                </a:cubicBezTo>
                <a:cubicBezTo>
                  <a:pt x="4762" y="18521"/>
                  <a:pt x="4869" y="18452"/>
                  <a:pt x="4912" y="18341"/>
                </a:cubicBezTo>
                <a:cubicBezTo>
                  <a:pt x="5033" y="18070"/>
                  <a:pt x="5265" y="17852"/>
                  <a:pt x="5536" y="17744"/>
                </a:cubicBezTo>
                <a:cubicBezTo>
                  <a:pt x="5673" y="17690"/>
                  <a:pt x="5812" y="17663"/>
                  <a:pt x="5952" y="17663"/>
                </a:cubicBezTo>
                <a:cubicBezTo>
                  <a:pt x="6092" y="17663"/>
                  <a:pt x="6231" y="17690"/>
                  <a:pt x="6368" y="17744"/>
                </a:cubicBezTo>
                <a:cubicBezTo>
                  <a:pt x="6626" y="17907"/>
                  <a:pt x="6953" y="18002"/>
                  <a:pt x="7280" y="18002"/>
                </a:cubicBezTo>
                <a:cubicBezTo>
                  <a:pt x="7727" y="18002"/>
                  <a:pt x="8122" y="17839"/>
                  <a:pt x="8423" y="17567"/>
                </a:cubicBezTo>
                <a:lnTo>
                  <a:pt x="8423" y="20791"/>
                </a:lnTo>
                <a:cubicBezTo>
                  <a:pt x="8423" y="21379"/>
                  <a:pt x="7946" y="21852"/>
                  <a:pt x="7361" y="21852"/>
                </a:cubicBezTo>
                <a:cubicBezTo>
                  <a:pt x="6777" y="21852"/>
                  <a:pt x="6300" y="21379"/>
                  <a:pt x="6300" y="20791"/>
                </a:cubicBezTo>
                <a:lnTo>
                  <a:pt x="6300" y="20356"/>
                </a:lnTo>
                <a:cubicBezTo>
                  <a:pt x="6790" y="20112"/>
                  <a:pt x="7155" y="19648"/>
                  <a:pt x="7237" y="19076"/>
                </a:cubicBezTo>
                <a:cubicBezTo>
                  <a:pt x="7266" y="18913"/>
                  <a:pt x="7142" y="18766"/>
                  <a:pt x="6992" y="18737"/>
                </a:cubicBezTo>
                <a:cubicBezTo>
                  <a:pt x="6977" y="18734"/>
                  <a:pt x="6962" y="18733"/>
                  <a:pt x="6947" y="18733"/>
                </a:cubicBezTo>
                <a:cubicBezTo>
                  <a:pt x="6802" y="18733"/>
                  <a:pt x="6676" y="18845"/>
                  <a:pt x="6653" y="18982"/>
                </a:cubicBezTo>
                <a:cubicBezTo>
                  <a:pt x="6597" y="19377"/>
                  <a:pt x="6352" y="19690"/>
                  <a:pt x="6012" y="19854"/>
                </a:cubicBezTo>
                <a:cubicBezTo>
                  <a:pt x="5986" y="19854"/>
                  <a:pt x="5960" y="19854"/>
                  <a:pt x="5931" y="19867"/>
                </a:cubicBezTo>
                <a:cubicBezTo>
                  <a:pt x="5754" y="19909"/>
                  <a:pt x="5578" y="19935"/>
                  <a:pt x="5402" y="19935"/>
                </a:cubicBezTo>
                <a:cubicBezTo>
                  <a:pt x="4474" y="19935"/>
                  <a:pt x="3700" y="19269"/>
                  <a:pt x="3537" y="18384"/>
                </a:cubicBezTo>
                <a:cubicBezTo>
                  <a:pt x="3563" y="18328"/>
                  <a:pt x="3563" y="18276"/>
                  <a:pt x="3550" y="18221"/>
                </a:cubicBezTo>
                <a:cubicBezTo>
                  <a:pt x="3537" y="18165"/>
                  <a:pt x="3524" y="18113"/>
                  <a:pt x="3511" y="18044"/>
                </a:cubicBezTo>
                <a:lnTo>
                  <a:pt x="3511" y="17920"/>
                </a:lnTo>
                <a:cubicBezTo>
                  <a:pt x="3524" y="17881"/>
                  <a:pt x="3511" y="17839"/>
                  <a:pt x="3494" y="17799"/>
                </a:cubicBezTo>
                <a:cubicBezTo>
                  <a:pt x="3511" y="17104"/>
                  <a:pt x="3971" y="16464"/>
                  <a:pt x="4680" y="16287"/>
                </a:cubicBezTo>
                <a:cubicBezTo>
                  <a:pt x="4843" y="16248"/>
                  <a:pt x="4938" y="16085"/>
                  <a:pt x="4899" y="15935"/>
                </a:cubicBezTo>
                <a:cubicBezTo>
                  <a:pt x="4863" y="15796"/>
                  <a:pt x="4740" y="15707"/>
                  <a:pt x="4604" y="15707"/>
                </a:cubicBezTo>
                <a:cubicBezTo>
                  <a:pt x="4579" y="15707"/>
                  <a:pt x="4555" y="15710"/>
                  <a:pt x="4530" y="15716"/>
                </a:cubicBezTo>
                <a:cubicBezTo>
                  <a:pt x="3674" y="15948"/>
                  <a:pt x="3073" y="16656"/>
                  <a:pt x="2939" y="17473"/>
                </a:cubicBezTo>
                <a:cubicBezTo>
                  <a:pt x="1973" y="17022"/>
                  <a:pt x="1346" y="16055"/>
                  <a:pt x="1346" y="14955"/>
                </a:cubicBezTo>
                <a:lnTo>
                  <a:pt x="1346" y="14749"/>
                </a:lnTo>
                <a:cubicBezTo>
                  <a:pt x="1372" y="14710"/>
                  <a:pt x="1372" y="14667"/>
                  <a:pt x="1372" y="14628"/>
                </a:cubicBezTo>
                <a:lnTo>
                  <a:pt x="1372" y="14520"/>
                </a:lnTo>
                <a:cubicBezTo>
                  <a:pt x="1414" y="14275"/>
                  <a:pt x="1483" y="14031"/>
                  <a:pt x="1590" y="13799"/>
                </a:cubicBezTo>
                <a:cubicBezTo>
                  <a:pt x="1862" y="13335"/>
                  <a:pt x="2368" y="13021"/>
                  <a:pt x="2939" y="13008"/>
                </a:cubicBezTo>
                <a:cubicBezTo>
                  <a:pt x="3103" y="13008"/>
                  <a:pt x="3223" y="12871"/>
                  <a:pt x="3223" y="12724"/>
                </a:cubicBezTo>
                <a:cubicBezTo>
                  <a:pt x="3223" y="12561"/>
                  <a:pt x="3086" y="12424"/>
                  <a:pt x="2923" y="12424"/>
                </a:cubicBezTo>
                <a:cubicBezTo>
                  <a:pt x="2325" y="12437"/>
                  <a:pt x="1767" y="12695"/>
                  <a:pt x="1388" y="13103"/>
                </a:cubicBezTo>
                <a:cubicBezTo>
                  <a:pt x="869" y="12587"/>
                  <a:pt x="585" y="11891"/>
                  <a:pt x="585" y="11157"/>
                </a:cubicBezTo>
                <a:cubicBezTo>
                  <a:pt x="585" y="10967"/>
                  <a:pt x="611" y="10778"/>
                  <a:pt x="637" y="10601"/>
                </a:cubicBezTo>
                <a:cubicBezTo>
                  <a:pt x="666" y="10559"/>
                  <a:pt x="666" y="10533"/>
                  <a:pt x="679" y="10490"/>
                </a:cubicBezTo>
                <a:cubicBezTo>
                  <a:pt x="679" y="10464"/>
                  <a:pt x="679" y="10438"/>
                  <a:pt x="692" y="10409"/>
                </a:cubicBezTo>
                <a:cubicBezTo>
                  <a:pt x="748" y="10177"/>
                  <a:pt x="843" y="9961"/>
                  <a:pt x="950" y="9756"/>
                </a:cubicBezTo>
                <a:cubicBezTo>
                  <a:pt x="1243" y="9354"/>
                  <a:pt x="1734" y="9092"/>
                  <a:pt x="2254" y="9092"/>
                </a:cubicBezTo>
                <a:cubicBezTo>
                  <a:pt x="2313" y="9092"/>
                  <a:pt x="2373" y="9095"/>
                  <a:pt x="2433" y="9102"/>
                </a:cubicBezTo>
                <a:cubicBezTo>
                  <a:pt x="2442" y="9103"/>
                  <a:pt x="2451" y="9104"/>
                  <a:pt x="2460" y="9104"/>
                </a:cubicBezTo>
                <a:cubicBezTo>
                  <a:pt x="2612" y="9104"/>
                  <a:pt x="2747" y="8999"/>
                  <a:pt x="2760" y="8844"/>
                </a:cubicBezTo>
                <a:cubicBezTo>
                  <a:pt x="2789" y="8681"/>
                  <a:pt x="2665" y="8544"/>
                  <a:pt x="2515" y="8518"/>
                </a:cubicBezTo>
                <a:cubicBezTo>
                  <a:pt x="2434" y="8510"/>
                  <a:pt x="2355" y="8507"/>
                  <a:pt x="2276" y="8507"/>
                </a:cubicBezTo>
                <a:cubicBezTo>
                  <a:pt x="1944" y="8507"/>
                  <a:pt x="1631" y="8573"/>
                  <a:pt x="1346" y="8694"/>
                </a:cubicBezTo>
                <a:cubicBezTo>
                  <a:pt x="624" y="7607"/>
                  <a:pt x="761" y="6124"/>
                  <a:pt x="1698" y="5183"/>
                </a:cubicBezTo>
                <a:cubicBezTo>
                  <a:pt x="1960" y="4925"/>
                  <a:pt x="2270" y="4723"/>
                  <a:pt x="2596" y="4586"/>
                </a:cubicBezTo>
                <a:cubicBezTo>
                  <a:pt x="2720" y="4968"/>
                  <a:pt x="2952" y="5321"/>
                  <a:pt x="3266" y="5592"/>
                </a:cubicBezTo>
                <a:cubicBezTo>
                  <a:pt x="3318" y="5634"/>
                  <a:pt x="3387" y="5660"/>
                  <a:pt x="3455" y="5660"/>
                </a:cubicBezTo>
                <a:cubicBezTo>
                  <a:pt x="3537" y="5660"/>
                  <a:pt x="3619" y="5621"/>
                  <a:pt x="3674" y="5553"/>
                </a:cubicBezTo>
                <a:cubicBezTo>
                  <a:pt x="3782" y="5428"/>
                  <a:pt x="3769" y="5252"/>
                  <a:pt x="3645" y="5144"/>
                </a:cubicBezTo>
                <a:cubicBezTo>
                  <a:pt x="3155" y="4723"/>
                  <a:pt x="2992" y="4070"/>
                  <a:pt x="3168" y="3482"/>
                </a:cubicBezTo>
                <a:cubicBezTo>
                  <a:pt x="3210" y="3335"/>
                  <a:pt x="3279" y="3198"/>
                  <a:pt x="3374" y="3061"/>
                </a:cubicBezTo>
                <a:cubicBezTo>
                  <a:pt x="3400" y="3008"/>
                  <a:pt x="3442" y="2953"/>
                  <a:pt x="3481" y="2910"/>
                </a:cubicBezTo>
                <a:cubicBezTo>
                  <a:pt x="3494" y="2884"/>
                  <a:pt x="3511" y="2871"/>
                  <a:pt x="3524" y="2858"/>
                </a:cubicBezTo>
                <a:cubicBezTo>
                  <a:pt x="3550" y="2816"/>
                  <a:pt x="3592" y="2777"/>
                  <a:pt x="3619" y="2734"/>
                </a:cubicBezTo>
                <a:cubicBezTo>
                  <a:pt x="3988" y="2376"/>
                  <a:pt x="4475" y="2189"/>
                  <a:pt x="4968" y="2189"/>
                </a:cubicBezTo>
                <a:cubicBezTo>
                  <a:pt x="5220" y="2189"/>
                  <a:pt x="5475" y="2238"/>
                  <a:pt x="5715" y="2339"/>
                </a:cubicBezTo>
                <a:lnTo>
                  <a:pt x="5715" y="3253"/>
                </a:lnTo>
                <a:cubicBezTo>
                  <a:pt x="5715" y="3417"/>
                  <a:pt x="5849" y="3551"/>
                  <a:pt x="6012" y="3551"/>
                </a:cubicBezTo>
                <a:cubicBezTo>
                  <a:pt x="6176" y="3551"/>
                  <a:pt x="6300" y="3417"/>
                  <a:pt x="6300" y="3253"/>
                </a:cubicBezTo>
                <a:lnTo>
                  <a:pt x="6300" y="2163"/>
                </a:lnTo>
                <a:lnTo>
                  <a:pt x="6300" y="1865"/>
                </a:lnTo>
                <a:lnTo>
                  <a:pt x="6300" y="1647"/>
                </a:lnTo>
                <a:cubicBezTo>
                  <a:pt x="6300" y="1062"/>
                  <a:pt x="6777" y="585"/>
                  <a:pt x="7361" y="585"/>
                </a:cubicBezTo>
                <a:close/>
                <a:moveTo>
                  <a:pt x="7361" y="1"/>
                </a:moveTo>
                <a:cubicBezTo>
                  <a:pt x="6463" y="1"/>
                  <a:pt x="5715" y="735"/>
                  <a:pt x="5715" y="1647"/>
                </a:cubicBezTo>
                <a:lnTo>
                  <a:pt x="5715" y="1715"/>
                </a:lnTo>
                <a:cubicBezTo>
                  <a:pt x="5469" y="1638"/>
                  <a:pt x="5215" y="1600"/>
                  <a:pt x="4962" y="1600"/>
                </a:cubicBezTo>
                <a:cubicBezTo>
                  <a:pt x="4317" y="1600"/>
                  <a:pt x="3679" y="1847"/>
                  <a:pt x="3210" y="2326"/>
                </a:cubicBezTo>
                <a:cubicBezTo>
                  <a:pt x="3086" y="2450"/>
                  <a:pt x="2978" y="2571"/>
                  <a:pt x="2897" y="2708"/>
                </a:cubicBezTo>
                <a:cubicBezTo>
                  <a:pt x="2747" y="2910"/>
                  <a:pt x="2652" y="3142"/>
                  <a:pt x="2583" y="3374"/>
                </a:cubicBezTo>
                <a:cubicBezTo>
                  <a:pt x="2531" y="3580"/>
                  <a:pt x="2489" y="3782"/>
                  <a:pt x="2489" y="3988"/>
                </a:cubicBezTo>
                <a:cubicBezTo>
                  <a:pt x="2041" y="4165"/>
                  <a:pt x="1633" y="4423"/>
                  <a:pt x="1290" y="4762"/>
                </a:cubicBezTo>
                <a:cubicBezTo>
                  <a:pt x="705" y="5334"/>
                  <a:pt x="366" y="6111"/>
                  <a:pt x="310" y="6911"/>
                </a:cubicBezTo>
                <a:cubicBezTo>
                  <a:pt x="258" y="7633"/>
                  <a:pt x="434" y="8342"/>
                  <a:pt x="816" y="8952"/>
                </a:cubicBezTo>
                <a:cubicBezTo>
                  <a:pt x="679" y="9116"/>
                  <a:pt x="555" y="9279"/>
                  <a:pt x="447" y="9458"/>
                </a:cubicBezTo>
                <a:cubicBezTo>
                  <a:pt x="297" y="9687"/>
                  <a:pt x="176" y="9961"/>
                  <a:pt x="121" y="10259"/>
                </a:cubicBezTo>
                <a:cubicBezTo>
                  <a:pt x="39" y="10546"/>
                  <a:pt x="0" y="10846"/>
                  <a:pt x="0" y="11157"/>
                </a:cubicBezTo>
                <a:cubicBezTo>
                  <a:pt x="0" y="12084"/>
                  <a:pt x="379" y="12953"/>
                  <a:pt x="1032" y="13593"/>
                </a:cubicBezTo>
                <a:cubicBezTo>
                  <a:pt x="898" y="13851"/>
                  <a:pt x="816" y="14151"/>
                  <a:pt x="787" y="14465"/>
                </a:cubicBezTo>
                <a:cubicBezTo>
                  <a:pt x="774" y="14628"/>
                  <a:pt x="761" y="14791"/>
                  <a:pt x="761" y="14955"/>
                </a:cubicBezTo>
                <a:cubicBezTo>
                  <a:pt x="761" y="16369"/>
                  <a:pt x="1617" y="17607"/>
                  <a:pt x="2923" y="18113"/>
                </a:cubicBezTo>
                <a:cubicBezTo>
                  <a:pt x="2965" y="19390"/>
                  <a:pt x="3971" y="20438"/>
                  <a:pt x="5238" y="20520"/>
                </a:cubicBezTo>
                <a:cubicBezTo>
                  <a:pt x="5251" y="20520"/>
                  <a:pt x="5278" y="20520"/>
                  <a:pt x="5291" y="20533"/>
                </a:cubicBezTo>
                <a:cubicBezTo>
                  <a:pt x="5372" y="20533"/>
                  <a:pt x="5454" y="20546"/>
                  <a:pt x="5536" y="20546"/>
                </a:cubicBezTo>
                <a:cubicBezTo>
                  <a:pt x="5591" y="20546"/>
                  <a:pt x="5660" y="20546"/>
                  <a:pt x="5715" y="20533"/>
                </a:cubicBezTo>
                <a:lnTo>
                  <a:pt x="5715" y="20791"/>
                </a:lnTo>
                <a:cubicBezTo>
                  <a:pt x="5715" y="21705"/>
                  <a:pt x="6463" y="22440"/>
                  <a:pt x="7361" y="22440"/>
                </a:cubicBezTo>
                <a:cubicBezTo>
                  <a:pt x="8272" y="22440"/>
                  <a:pt x="9020" y="21705"/>
                  <a:pt x="9020" y="20791"/>
                </a:cubicBezTo>
                <a:lnTo>
                  <a:pt x="9020" y="14968"/>
                </a:lnTo>
                <a:cubicBezTo>
                  <a:pt x="9020" y="14955"/>
                  <a:pt x="9007" y="14955"/>
                  <a:pt x="9007" y="14942"/>
                </a:cubicBezTo>
                <a:cubicBezTo>
                  <a:pt x="9144" y="14697"/>
                  <a:pt x="9210" y="14422"/>
                  <a:pt x="9210" y="14138"/>
                </a:cubicBezTo>
                <a:cubicBezTo>
                  <a:pt x="9210" y="13498"/>
                  <a:pt x="8857" y="12927"/>
                  <a:pt x="8328" y="12626"/>
                </a:cubicBezTo>
                <a:cubicBezTo>
                  <a:pt x="8749" y="12300"/>
                  <a:pt x="9020" y="11797"/>
                  <a:pt x="9020" y="11238"/>
                </a:cubicBezTo>
                <a:lnTo>
                  <a:pt x="9020" y="1647"/>
                </a:lnTo>
                <a:cubicBezTo>
                  <a:pt x="9020" y="735"/>
                  <a:pt x="8272" y="1"/>
                  <a:pt x="7361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1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61" name="Google Shape;61;p13"/>
          <p:cNvSpPr txBox="1"/>
          <p:nvPr/>
        </p:nvSpPr>
        <p:spPr>
          <a:xfrm>
            <a:off x="1947650" y="4508888"/>
            <a:ext cx="6184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Fatemeh S., Claudeth H. &amp; Ahmad D,​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Motivation: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>
            <a:spLocks noGrp="1"/>
          </p:cNvSpPr>
          <p:nvPr>
            <p:ph type="ctrTitle"/>
          </p:nvPr>
        </p:nvSpPr>
        <p:spPr>
          <a:xfrm>
            <a:off x="123125" y="-246500"/>
            <a:ext cx="6785100" cy="125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Data:</a:t>
            </a:r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subTitle" idx="1"/>
          </p:nvPr>
        </p:nvSpPr>
        <p:spPr>
          <a:xfrm>
            <a:off x="368400" y="2571750"/>
            <a:ext cx="3743700" cy="25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Human Connectome Project (HCP)​</a:t>
            </a:r>
            <a:endParaRPr sz="190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fMRI:  Rest &amp; Task based​</a:t>
            </a:r>
            <a:endParaRPr sz="190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360 ROIs (Glasser et al. 2016)​</a:t>
            </a:r>
            <a:endParaRPr sz="190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100 Subjects</a:t>
            </a:r>
            <a:endParaRPr sz="190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176 seconds </a:t>
            </a:r>
            <a:endParaRPr sz="1900"/>
          </a:p>
        </p:txBody>
      </p:sp>
      <p:sp>
        <p:nvSpPr>
          <p:cNvPr id="73" name="Google Shape;73;p15"/>
          <p:cNvSpPr txBox="1"/>
          <p:nvPr/>
        </p:nvSpPr>
        <p:spPr>
          <a:xfrm>
            <a:off x="3732475" y="605775"/>
            <a:ext cx="5165100" cy="16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highlight>
                  <a:srgbClr val="F5F5F5"/>
                </a:highlight>
              </a:rPr>
              <a:t>Specific Task</a:t>
            </a:r>
            <a:r>
              <a:rPr lang="en" sz="2800">
                <a:highlight>
                  <a:srgbClr val="F5F5F5"/>
                </a:highlight>
              </a:rPr>
              <a:t>​</a:t>
            </a:r>
            <a:endParaRPr sz="2800">
              <a:highlight>
                <a:srgbClr val="F5F5F5"/>
              </a:highlight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highlight>
                  <a:srgbClr val="F5F5F5"/>
                </a:highlight>
              </a:rPr>
              <a:t>Emotion: Stimulus matching with fear/angry faces vs shapes</a:t>
            </a:r>
            <a:endParaRPr sz="2800">
              <a:highlight>
                <a:srgbClr val="F5F5F5"/>
              </a:highlight>
            </a:endParaRPr>
          </a:p>
        </p:txBody>
      </p:sp>
      <p:pic>
        <p:nvPicPr>
          <p:cNvPr id="74" name="Google Shape;7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575" y="1102338"/>
            <a:ext cx="2533650" cy="180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6" descr="Using fundamental graph theory analysis to deconstruct the human brain as  a..network! : Networks Course blog for INFO 2040/CS 2850/Econ 2040/SOC 2090"/>
          <p:cNvPicPr preferRelativeResize="0"/>
          <p:nvPr/>
        </p:nvPicPr>
        <p:blipFill rotWithShape="1">
          <a:blip r:embed="rId3">
            <a:alphaModFix/>
          </a:blip>
          <a:srcRect l="36632" t="1370"/>
          <a:stretch/>
        </p:blipFill>
        <p:spPr>
          <a:xfrm>
            <a:off x="5043350" y="792800"/>
            <a:ext cx="3664224" cy="452747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/>
          <p:cNvSpPr txBox="1">
            <a:spLocks noGrp="1"/>
          </p:cNvSpPr>
          <p:nvPr>
            <p:ph type="ctrTitle"/>
          </p:nvPr>
        </p:nvSpPr>
        <p:spPr>
          <a:xfrm>
            <a:off x="123125" y="-246500"/>
            <a:ext cx="6785100" cy="125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Motivation</a:t>
            </a:r>
            <a:endParaRPr/>
          </a:p>
        </p:txBody>
      </p:sp>
      <p:sp>
        <p:nvSpPr>
          <p:cNvPr id="81" name="Google Shape;81;p16"/>
          <p:cNvSpPr/>
          <p:nvPr/>
        </p:nvSpPr>
        <p:spPr>
          <a:xfrm>
            <a:off x="4786925" y="1697800"/>
            <a:ext cx="844800" cy="1252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4894075" y="3811050"/>
            <a:ext cx="844800" cy="1252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3" name="Google Shape;83;p16"/>
          <p:cNvSpPr txBox="1"/>
          <p:nvPr/>
        </p:nvSpPr>
        <p:spPr>
          <a:xfrm>
            <a:off x="511300" y="1478406"/>
            <a:ext cx="3313500" cy="3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We have two main motivations for this project</a:t>
            </a:r>
            <a:endParaRPr sz="1700" b="1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indent="-3365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Fira Sans"/>
              <a:buAutoNum type="arabicPeriod"/>
            </a:pPr>
            <a:r>
              <a:rPr lang="en" sz="17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Emotional expressions in faces are known to activate a wide variety of brain regions (Blair et al. 1999)</a:t>
            </a:r>
            <a:r>
              <a:rPr lang="en" sz="1700">
                <a:solidFill>
                  <a:schemeClr val="dk1"/>
                </a:solidFill>
              </a:rPr>
              <a:t>.</a:t>
            </a:r>
            <a:endParaRPr sz="1700">
              <a:solidFill>
                <a:schemeClr val="dk1"/>
              </a:solidFill>
            </a:endParaRPr>
          </a:p>
          <a:p>
            <a:pPr marL="9144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dk1"/>
              </a:solidFill>
            </a:endParaRPr>
          </a:p>
          <a:p>
            <a:pPr marL="457200" lvl="0" indent="-3365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Fira Sans"/>
              <a:buAutoNum type="arabicPeriod"/>
            </a:pPr>
            <a:r>
              <a:rPr lang="en" sz="17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Graph theory is one of the best approaches to study the brain! (Bullmore 2016 )</a:t>
            </a:r>
            <a:endParaRPr sz="17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4550" y="465738"/>
            <a:ext cx="4003901" cy="321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66050" y="465750"/>
            <a:ext cx="4003901" cy="321688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7"/>
          <p:cNvSpPr/>
          <p:nvPr/>
        </p:nvSpPr>
        <p:spPr>
          <a:xfrm rot="5400000" flipH="1">
            <a:off x="3410732" y="2011583"/>
            <a:ext cx="2322539" cy="5664613"/>
          </a:xfrm>
          <a:custGeom>
            <a:avLst/>
            <a:gdLst/>
            <a:ahLst/>
            <a:cxnLst/>
            <a:rect l="l" t="t" r="r" b="b"/>
            <a:pathLst>
              <a:path w="9201" h="22441" extrusionOk="0">
                <a:moveTo>
                  <a:pt x="1839" y="585"/>
                </a:moveTo>
                <a:cubicBezTo>
                  <a:pt x="2424" y="585"/>
                  <a:pt x="2901" y="1062"/>
                  <a:pt x="2901" y="1647"/>
                </a:cubicBezTo>
                <a:lnTo>
                  <a:pt x="2901" y="1865"/>
                </a:lnTo>
                <a:lnTo>
                  <a:pt x="2901" y="2163"/>
                </a:lnTo>
                <a:lnTo>
                  <a:pt x="2901" y="3253"/>
                </a:lnTo>
                <a:cubicBezTo>
                  <a:pt x="2901" y="3417"/>
                  <a:pt x="3021" y="3551"/>
                  <a:pt x="3185" y="3551"/>
                </a:cubicBezTo>
                <a:cubicBezTo>
                  <a:pt x="3348" y="3551"/>
                  <a:pt x="3485" y="3417"/>
                  <a:pt x="3485" y="3253"/>
                </a:cubicBezTo>
                <a:lnTo>
                  <a:pt x="3485" y="2339"/>
                </a:lnTo>
                <a:cubicBezTo>
                  <a:pt x="3726" y="2238"/>
                  <a:pt x="3980" y="2189"/>
                  <a:pt x="4233" y="2189"/>
                </a:cubicBezTo>
                <a:cubicBezTo>
                  <a:pt x="4725" y="2189"/>
                  <a:pt x="5213" y="2376"/>
                  <a:pt x="5582" y="2734"/>
                </a:cubicBezTo>
                <a:cubicBezTo>
                  <a:pt x="5608" y="2777"/>
                  <a:pt x="5647" y="2816"/>
                  <a:pt x="5676" y="2858"/>
                </a:cubicBezTo>
                <a:cubicBezTo>
                  <a:pt x="5690" y="2871"/>
                  <a:pt x="5703" y="2884"/>
                  <a:pt x="5716" y="2910"/>
                </a:cubicBezTo>
                <a:cubicBezTo>
                  <a:pt x="5758" y="2953"/>
                  <a:pt x="5797" y="3008"/>
                  <a:pt x="5840" y="3061"/>
                </a:cubicBezTo>
                <a:cubicBezTo>
                  <a:pt x="5921" y="3185"/>
                  <a:pt x="5990" y="3335"/>
                  <a:pt x="6029" y="3482"/>
                </a:cubicBezTo>
                <a:cubicBezTo>
                  <a:pt x="6206" y="4070"/>
                  <a:pt x="6042" y="4723"/>
                  <a:pt x="5552" y="5144"/>
                </a:cubicBezTo>
                <a:cubicBezTo>
                  <a:pt x="5432" y="5252"/>
                  <a:pt x="5418" y="5428"/>
                  <a:pt x="5526" y="5553"/>
                </a:cubicBezTo>
                <a:cubicBezTo>
                  <a:pt x="5582" y="5621"/>
                  <a:pt x="5663" y="5660"/>
                  <a:pt x="5745" y="5660"/>
                </a:cubicBezTo>
                <a:cubicBezTo>
                  <a:pt x="5810" y="5660"/>
                  <a:pt x="5879" y="5634"/>
                  <a:pt x="5934" y="5592"/>
                </a:cubicBezTo>
                <a:cubicBezTo>
                  <a:pt x="6261" y="5321"/>
                  <a:pt x="6480" y="4968"/>
                  <a:pt x="6601" y="4586"/>
                </a:cubicBezTo>
                <a:cubicBezTo>
                  <a:pt x="6927" y="4723"/>
                  <a:pt x="7241" y="4925"/>
                  <a:pt x="7499" y="5183"/>
                </a:cubicBezTo>
                <a:cubicBezTo>
                  <a:pt x="8439" y="6124"/>
                  <a:pt x="8573" y="7607"/>
                  <a:pt x="7852" y="8694"/>
                </a:cubicBezTo>
                <a:cubicBezTo>
                  <a:pt x="7566" y="8573"/>
                  <a:pt x="7253" y="8507"/>
                  <a:pt x="6928" y="8507"/>
                </a:cubicBezTo>
                <a:cubicBezTo>
                  <a:pt x="6851" y="8507"/>
                  <a:pt x="6773" y="8510"/>
                  <a:pt x="6695" y="8518"/>
                </a:cubicBezTo>
                <a:cubicBezTo>
                  <a:pt x="6532" y="8544"/>
                  <a:pt x="6411" y="8681"/>
                  <a:pt x="6437" y="8844"/>
                </a:cubicBezTo>
                <a:cubicBezTo>
                  <a:pt x="6450" y="8999"/>
                  <a:pt x="6585" y="9104"/>
                  <a:pt x="6737" y="9104"/>
                </a:cubicBezTo>
                <a:cubicBezTo>
                  <a:pt x="6746" y="9104"/>
                  <a:pt x="6755" y="9103"/>
                  <a:pt x="6764" y="9102"/>
                </a:cubicBezTo>
                <a:cubicBezTo>
                  <a:pt x="6825" y="9095"/>
                  <a:pt x="6886" y="9092"/>
                  <a:pt x="6947" y="9092"/>
                </a:cubicBezTo>
                <a:cubicBezTo>
                  <a:pt x="7474" y="9092"/>
                  <a:pt x="7954" y="9354"/>
                  <a:pt x="8247" y="9756"/>
                </a:cubicBezTo>
                <a:cubicBezTo>
                  <a:pt x="8358" y="9961"/>
                  <a:pt x="8452" y="10177"/>
                  <a:pt x="8521" y="10409"/>
                </a:cubicBezTo>
                <a:cubicBezTo>
                  <a:pt x="8521" y="10438"/>
                  <a:pt x="8521" y="10464"/>
                  <a:pt x="8534" y="10490"/>
                </a:cubicBezTo>
                <a:cubicBezTo>
                  <a:pt x="8534" y="10533"/>
                  <a:pt x="8547" y="10559"/>
                  <a:pt x="8560" y="10601"/>
                </a:cubicBezTo>
                <a:cubicBezTo>
                  <a:pt x="8603" y="10778"/>
                  <a:pt x="8616" y="10967"/>
                  <a:pt x="8616" y="11157"/>
                </a:cubicBezTo>
                <a:cubicBezTo>
                  <a:pt x="8616" y="11891"/>
                  <a:pt x="8328" y="12587"/>
                  <a:pt x="7812" y="13103"/>
                </a:cubicBezTo>
                <a:cubicBezTo>
                  <a:pt x="7430" y="12695"/>
                  <a:pt x="6888" y="12437"/>
                  <a:pt x="6274" y="12424"/>
                </a:cubicBezTo>
                <a:cubicBezTo>
                  <a:pt x="6111" y="12424"/>
                  <a:pt x="5974" y="12561"/>
                  <a:pt x="5974" y="12724"/>
                </a:cubicBezTo>
                <a:cubicBezTo>
                  <a:pt x="5974" y="12871"/>
                  <a:pt x="6098" y="13008"/>
                  <a:pt x="6261" y="13008"/>
                </a:cubicBezTo>
                <a:cubicBezTo>
                  <a:pt x="6833" y="13021"/>
                  <a:pt x="7336" y="13335"/>
                  <a:pt x="7607" y="13799"/>
                </a:cubicBezTo>
                <a:cubicBezTo>
                  <a:pt x="7718" y="14031"/>
                  <a:pt x="7786" y="14275"/>
                  <a:pt x="7825" y="14520"/>
                </a:cubicBezTo>
                <a:lnTo>
                  <a:pt x="7825" y="14628"/>
                </a:lnTo>
                <a:cubicBezTo>
                  <a:pt x="7825" y="14667"/>
                  <a:pt x="7838" y="14710"/>
                  <a:pt x="7852" y="14749"/>
                </a:cubicBezTo>
                <a:lnTo>
                  <a:pt x="7852" y="14955"/>
                </a:lnTo>
                <a:cubicBezTo>
                  <a:pt x="7852" y="16055"/>
                  <a:pt x="7228" y="17022"/>
                  <a:pt x="6261" y="17486"/>
                </a:cubicBezTo>
                <a:cubicBezTo>
                  <a:pt x="6137" y="16656"/>
                  <a:pt x="5526" y="15948"/>
                  <a:pt x="4667" y="15716"/>
                </a:cubicBezTo>
                <a:cubicBezTo>
                  <a:pt x="4643" y="15710"/>
                  <a:pt x="4618" y="15707"/>
                  <a:pt x="4594" y="15707"/>
                </a:cubicBezTo>
                <a:cubicBezTo>
                  <a:pt x="4462" y="15707"/>
                  <a:pt x="4351" y="15796"/>
                  <a:pt x="4315" y="15935"/>
                </a:cubicBezTo>
                <a:cubicBezTo>
                  <a:pt x="4275" y="16085"/>
                  <a:pt x="4370" y="16248"/>
                  <a:pt x="4520" y="16287"/>
                </a:cubicBezTo>
                <a:cubicBezTo>
                  <a:pt x="5226" y="16464"/>
                  <a:pt x="5690" y="17104"/>
                  <a:pt x="5703" y="17799"/>
                </a:cubicBezTo>
                <a:cubicBezTo>
                  <a:pt x="5690" y="17839"/>
                  <a:pt x="5690" y="17881"/>
                  <a:pt x="5690" y="17920"/>
                </a:cubicBezTo>
                <a:lnTo>
                  <a:pt x="5690" y="18044"/>
                </a:lnTo>
                <a:lnTo>
                  <a:pt x="5690" y="18057"/>
                </a:lnTo>
                <a:cubicBezTo>
                  <a:pt x="5676" y="18113"/>
                  <a:pt x="5676" y="18165"/>
                  <a:pt x="5647" y="18221"/>
                </a:cubicBezTo>
                <a:cubicBezTo>
                  <a:pt x="5634" y="18276"/>
                  <a:pt x="5647" y="18328"/>
                  <a:pt x="5663" y="18384"/>
                </a:cubicBezTo>
                <a:cubicBezTo>
                  <a:pt x="5500" y="19269"/>
                  <a:pt x="4723" y="19935"/>
                  <a:pt x="3799" y="19935"/>
                </a:cubicBezTo>
                <a:cubicBezTo>
                  <a:pt x="3622" y="19935"/>
                  <a:pt x="3443" y="19909"/>
                  <a:pt x="3266" y="19867"/>
                </a:cubicBezTo>
                <a:cubicBezTo>
                  <a:pt x="3240" y="19854"/>
                  <a:pt x="3214" y="19854"/>
                  <a:pt x="3185" y="19854"/>
                </a:cubicBezTo>
                <a:cubicBezTo>
                  <a:pt x="2858" y="19690"/>
                  <a:pt x="2600" y="19377"/>
                  <a:pt x="2545" y="18982"/>
                </a:cubicBezTo>
                <a:cubicBezTo>
                  <a:pt x="2521" y="18845"/>
                  <a:pt x="2395" y="18733"/>
                  <a:pt x="2259" y="18733"/>
                </a:cubicBezTo>
                <a:cubicBezTo>
                  <a:pt x="2246" y="18733"/>
                  <a:pt x="2232" y="18734"/>
                  <a:pt x="2218" y="18737"/>
                </a:cubicBezTo>
                <a:cubicBezTo>
                  <a:pt x="2055" y="18766"/>
                  <a:pt x="1947" y="18913"/>
                  <a:pt x="1960" y="19076"/>
                </a:cubicBezTo>
                <a:cubicBezTo>
                  <a:pt x="2042" y="19648"/>
                  <a:pt x="2411" y="20112"/>
                  <a:pt x="2901" y="20356"/>
                </a:cubicBezTo>
                <a:lnTo>
                  <a:pt x="2901" y="20791"/>
                </a:lnTo>
                <a:cubicBezTo>
                  <a:pt x="2901" y="21379"/>
                  <a:pt x="2424" y="21852"/>
                  <a:pt x="1839" y="21852"/>
                </a:cubicBezTo>
                <a:cubicBezTo>
                  <a:pt x="1255" y="21852"/>
                  <a:pt x="778" y="21379"/>
                  <a:pt x="778" y="20791"/>
                </a:cubicBezTo>
                <a:lnTo>
                  <a:pt x="778" y="17567"/>
                </a:lnTo>
                <a:cubicBezTo>
                  <a:pt x="1075" y="17839"/>
                  <a:pt x="1483" y="18002"/>
                  <a:pt x="1921" y="18002"/>
                </a:cubicBezTo>
                <a:cubicBezTo>
                  <a:pt x="2260" y="18002"/>
                  <a:pt x="2574" y="17907"/>
                  <a:pt x="2845" y="17744"/>
                </a:cubicBezTo>
                <a:cubicBezTo>
                  <a:pt x="2974" y="17690"/>
                  <a:pt x="3110" y="17663"/>
                  <a:pt x="3248" y="17663"/>
                </a:cubicBezTo>
                <a:cubicBezTo>
                  <a:pt x="3386" y="17663"/>
                  <a:pt x="3526" y="17690"/>
                  <a:pt x="3661" y="17744"/>
                </a:cubicBezTo>
                <a:cubicBezTo>
                  <a:pt x="3949" y="17852"/>
                  <a:pt x="4164" y="18070"/>
                  <a:pt x="4288" y="18341"/>
                </a:cubicBezTo>
                <a:cubicBezTo>
                  <a:pt x="4328" y="18452"/>
                  <a:pt x="4439" y="18521"/>
                  <a:pt x="4560" y="18521"/>
                </a:cubicBezTo>
                <a:cubicBezTo>
                  <a:pt x="4586" y="18521"/>
                  <a:pt x="4628" y="18505"/>
                  <a:pt x="4667" y="18492"/>
                </a:cubicBezTo>
                <a:cubicBezTo>
                  <a:pt x="4818" y="18423"/>
                  <a:pt x="4886" y="18260"/>
                  <a:pt x="4818" y="18113"/>
                </a:cubicBezTo>
                <a:cubicBezTo>
                  <a:pt x="4641" y="17688"/>
                  <a:pt x="4302" y="17362"/>
                  <a:pt x="3880" y="17198"/>
                </a:cubicBezTo>
                <a:cubicBezTo>
                  <a:pt x="3743" y="17133"/>
                  <a:pt x="3593" y="17104"/>
                  <a:pt x="3443" y="17091"/>
                </a:cubicBezTo>
                <a:cubicBezTo>
                  <a:pt x="3580" y="16846"/>
                  <a:pt x="3648" y="16562"/>
                  <a:pt x="3648" y="16274"/>
                </a:cubicBezTo>
                <a:lnTo>
                  <a:pt x="3648" y="15036"/>
                </a:lnTo>
                <a:cubicBezTo>
                  <a:pt x="3648" y="14873"/>
                  <a:pt x="3511" y="14736"/>
                  <a:pt x="3348" y="14736"/>
                </a:cubicBezTo>
                <a:cubicBezTo>
                  <a:pt x="3185" y="14736"/>
                  <a:pt x="3064" y="14873"/>
                  <a:pt x="3064" y="15036"/>
                </a:cubicBezTo>
                <a:lnTo>
                  <a:pt x="3064" y="16274"/>
                </a:lnTo>
                <a:cubicBezTo>
                  <a:pt x="3064" y="16656"/>
                  <a:pt x="2858" y="17009"/>
                  <a:pt x="2574" y="17215"/>
                </a:cubicBezTo>
                <a:lnTo>
                  <a:pt x="2561" y="17215"/>
                </a:lnTo>
                <a:cubicBezTo>
                  <a:pt x="2531" y="17228"/>
                  <a:pt x="2505" y="17241"/>
                  <a:pt x="2479" y="17267"/>
                </a:cubicBezTo>
                <a:cubicBezTo>
                  <a:pt x="2316" y="17362"/>
                  <a:pt x="2123" y="17417"/>
                  <a:pt x="1921" y="17417"/>
                </a:cubicBezTo>
                <a:cubicBezTo>
                  <a:pt x="1281" y="17417"/>
                  <a:pt x="778" y="16901"/>
                  <a:pt x="778" y="16274"/>
                </a:cubicBezTo>
                <a:lnTo>
                  <a:pt x="778" y="15595"/>
                </a:lnTo>
                <a:cubicBezTo>
                  <a:pt x="1049" y="15784"/>
                  <a:pt x="1388" y="15892"/>
                  <a:pt x="1757" y="15892"/>
                </a:cubicBezTo>
                <a:cubicBezTo>
                  <a:pt x="1908" y="15892"/>
                  <a:pt x="2042" y="15771"/>
                  <a:pt x="2042" y="15608"/>
                </a:cubicBezTo>
                <a:cubicBezTo>
                  <a:pt x="2042" y="15445"/>
                  <a:pt x="1908" y="15307"/>
                  <a:pt x="1757" y="15307"/>
                </a:cubicBezTo>
                <a:cubicBezTo>
                  <a:pt x="1104" y="15307"/>
                  <a:pt x="585" y="14791"/>
                  <a:pt x="585" y="14138"/>
                </a:cubicBezTo>
                <a:cubicBezTo>
                  <a:pt x="585" y="13498"/>
                  <a:pt x="1104" y="12969"/>
                  <a:pt x="1757" y="12969"/>
                </a:cubicBezTo>
                <a:lnTo>
                  <a:pt x="1921" y="12969"/>
                </a:lnTo>
                <a:cubicBezTo>
                  <a:pt x="2871" y="12969"/>
                  <a:pt x="3648" y="12192"/>
                  <a:pt x="3648" y="11238"/>
                </a:cubicBezTo>
                <a:lnTo>
                  <a:pt x="3648" y="10340"/>
                </a:lnTo>
                <a:cubicBezTo>
                  <a:pt x="4831" y="10206"/>
                  <a:pt x="5758" y="9197"/>
                  <a:pt x="5758" y="7989"/>
                </a:cubicBezTo>
                <a:cubicBezTo>
                  <a:pt x="5758" y="6682"/>
                  <a:pt x="4710" y="5634"/>
                  <a:pt x="3417" y="5621"/>
                </a:cubicBezTo>
                <a:cubicBezTo>
                  <a:pt x="3159" y="5089"/>
                  <a:pt x="2613" y="4707"/>
                  <a:pt x="1973" y="4707"/>
                </a:cubicBezTo>
                <a:cubicBezTo>
                  <a:pt x="1810" y="4707"/>
                  <a:pt x="1689" y="4844"/>
                  <a:pt x="1689" y="5007"/>
                </a:cubicBezTo>
                <a:cubicBezTo>
                  <a:pt x="1689" y="5170"/>
                  <a:pt x="1810" y="5308"/>
                  <a:pt x="1973" y="5308"/>
                </a:cubicBezTo>
                <a:cubicBezTo>
                  <a:pt x="2531" y="5308"/>
                  <a:pt x="2982" y="5755"/>
                  <a:pt x="2982" y="6313"/>
                </a:cubicBezTo>
                <a:cubicBezTo>
                  <a:pt x="2982" y="6872"/>
                  <a:pt x="2531" y="7319"/>
                  <a:pt x="1973" y="7319"/>
                </a:cubicBezTo>
                <a:cubicBezTo>
                  <a:pt x="1810" y="7319"/>
                  <a:pt x="1689" y="7456"/>
                  <a:pt x="1689" y="7620"/>
                </a:cubicBezTo>
                <a:cubicBezTo>
                  <a:pt x="1689" y="7783"/>
                  <a:pt x="1810" y="7907"/>
                  <a:pt x="1973" y="7907"/>
                </a:cubicBezTo>
                <a:cubicBezTo>
                  <a:pt x="2858" y="7907"/>
                  <a:pt x="3580" y="7198"/>
                  <a:pt x="3580" y="6313"/>
                </a:cubicBezTo>
                <a:cubicBezTo>
                  <a:pt x="3580" y="6274"/>
                  <a:pt x="3567" y="6245"/>
                  <a:pt x="3567" y="6219"/>
                </a:cubicBezTo>
                <a:lnTo>
                  <a:pt x="3567" y="6219"/>
                </a:lnTo>
                <a:cubicBezTo>
                  <a:pt x="4465" y="6300"/>
                  <a:pt x="5174" y="7061"/>
                  <a:pt x="5174" y="7989"/>
                </a:cubicBezTo>
                <a:cubicBezTo>
                  <a:pt x="5174" y="8844"/>
                  <a:pt x="4560" y="9566"/>
                  <a:pt x="3730" y="9729"/>
                </a:cubicBezTo>
                <a:lnTo>
                  <a:pt x="3635" y="9729"/>
                </a:lnTo>
                <a:cubicBezTo>
                  <a:pt x="3551" y="9748"/>
                  <a:pt x="3467" y="9757"/>
                  <a:pt x="3384" y="9757"/>
                </a:cubicBezTo>
                <a:cubicBezTo>
                  <a:pt x="2860" y="9757"/>
                  <a:pt x="2379" y="9399"/>
                  <a:pt x="2260" y="8858"/>
                </a:cubicBezTo>
                <a:cubicBezTo>
                  <a:pt x="2238" y="8721"/>
                  <a:pt x="2120" y="8632"/>
                  <a:pt x="1986" y="8632"/>
                </a:cubicBezTo>
                <a:cubicBezTo>
                  <a:pt x="1960" y="8632"/>
                  <a:pt x="1934" y="8635"/>
                  <a:pt x="1908" y="8642"/>
                </a:cubicBezTo>
                <a:cubicBezTo>
                  <a:pt x="1757" y="8668"/>
                  <a:pt x="1646" y="8831"/>
                  <a:pt x="1689" y="8982"/>
                </a:cubicBezTo>
                <a:cubicBezTo>
                  <a:pt x="1839" y="9687"/>
                  <a:pt x="2398" y="10193"/>
                  <a:pt x="3064" y="10314"/>
                </a:cubicBezTo>
                <a:lnTo>
                  <a:pt x="3064" y="11238"/>
                </a:lnTo>
                <a:cubicBezTo>
                  <a:pt x="3064" y="11865"/>
                  <a:pt x="2545" y="12381"/>
                  <a:pt x="1921" y="12381"/>
                </a:cubicBezTo>
                <a:cubicBezTo>
                  <a:pt x="1281" y="12381"/>
                  <a:pt x="778" y="11865"/>
                  <a:pt x="778" y="11238"/>
                </a:cubicBezTo>
                <a:lnTo>
                  <a:pt x="778" y="1647"/>
                </a:lnTo>
                <a:cubicBezTo>
                  <a:pt x="778" y="1062"/>
                  <a:pt x="1255" y="585"/>
                  <a:pt x="1839" y="585"/>
                </a:cubicBezTo>
                <a:close/>
                <a:moveTo>
                  <a:pt x="1839" y="1"/>
                </a:moveTo>
                <a:cubicBezTo>
                  <a:pt x="928" y="1"/>
                  <a:pt x="193" y="735"/>
                  <a:pt x="193" y="1647"/>
                </a:cubicBezTo>
                <a:lnTo>
                  <a:pt x="193" y="11238"/>
                </a:lnTo>
                <a:cubicBezTo>
                  <a:pt x="193" y="11797"/>
                  <a:pt x="451" y="12300"/>
                  <a:pt x="872" y="12626"/>
                </a:cubicBezTo>
                <a:cubicBezTo>
                  <a:pt x="356" y="12927"/>
                  <a:pt x="0" y="13498"/>
                  <a:pt x="0" y="14138"/>
                </a:cubicBezTo>
                <a:cubicBezTo>
                  <a:pt x="0" y="14422"/>
                  <a:pt x="69" y="14697"/>
                  <a:pt x="193" y="14942"/>
                </a:cubicBezTo>
                <a:lnTo>
                  <a:pt x="193" y="14968"/>
                </a:lnTo>
                <a:lnTo>
                  <a:pt x="193" y="20791"/>
                </a:lnTo>
                <a:cubicBezTo>
                  <a:pt x="193" y="21705"/>
                  <a:pt x="928" y="22440"/>
                  <a:pt x="1839" y="22440"/>
                </a:cubicBezTo>
                <a:cubicBezTo>
                  <a:pt x="2750" y="22440"/>
                  <a:pt x="3485" y="21705"/>
                  <a:pt x="3485" y="20791"/>
                </a:cubicBezTo>
                <a:lnTo>
                  <a:pt x="3485" y="20533"/>
                </a:lnTo>
                <a:cubicBezTo>
                  <a:pt x="3541" y="20546"/>
                  <a:pt x="3606" y="20546"/>
                  <a:pt x="3661" y="20546"/>
                </a:cubicBezTo>
                <a:cubicBezTo>
                  <a:pt x="3743" y="20546"/>
                  <a:pt x="3825" y="20533"/>
                  <a:pt x="3906" y="20533"/>
                </a:cubicBezTo>
                <a:cubicBezTo>
                  <a:pt x="3933" y="20520"/>
                  <a:pt x="3949" y="20520"/>
                  <a:pt x="3962" y="20520"/>
                </a:cubicBezTo>
                <a:cubicBezTo>
                  <a:pt x="5226" y="20438"/>
                  <a:pt x="6235" y="19390"/>
                  <a:pt x="6274" y="18113"/>
                </a:cubicBezTo>
                <a:cubicBezTo>
                  <a:pt x="7580" y="17607"/>
                  <a:pt x="8452" y="16369"/>
                  <a:pt x="8452" y="14955"/>
                </a:cubicBezTo>
                <a:cubicBezTo>
                  <a:pt x="8452" y="14791"/>
                  <a:pt x="8439" y="14628"/>
                  <a:pt x="8410" y="14465"/>
                </a:cubicBezTo>
                <a:cubicBezTo>
                  <a:pt x="8384" y="14151"/>
                  <a:pt x="8302" y="13851"/>
                  <a:pt x="8165" y="13593"/>
                </a:cubicBezTo>
                <a:cubicBezTo>
                  <a:pt x="8831" y="12953"/>
                  <a:pt x="9200" y="12084"/>
                  <a:pt x="9200" y="11157"/>
                </a:cubicBezTo>
                <a:cubicBezTo>
                  <a:pt x="9200" y="10846"/>
                  <a:pt x="9158" y="10546"/>
                  <a:pt x="9076" y="10259"/>
                </a:cubicBezTo>
                <a:cubicBezTo>
                  <a:pt x="9024" y="9961"/>
                  <a:pt x="8913" y="9687"/>
                  <a:pt x="8750" y="9458"/>
                </a:cubicBezTo>
                <a:cubicBezTo>
                  <a:pt x="8642" y="9279"/>
                  <a:pt x="8521" y="9116"/>
                  <a:pt x="8384" y="8952"/>
                </a:cubicBezTo>
                <a:cubicBezTo>
                  <a:pt x="8766" y="8342"/>
                  <a:pt x="8942" y="7633"/>
                  <a:pt x="8900" y="6911"/>
                </a:cubicBezTo>
                <a:cubicBezTo>
                  <a:pt x="8831" y="6111"/>
                  <a:pt x="8492" y="5334"/>
                  <a:pt x="7920" y="4762"/>
                </a:cubicBezTo>
                <a:cubicBezTo>
                  <a:pt x="7580" y="4423"/>
                  <a:pt x="7159" y="4165"/>
                  <a:pt x="6725" y="3988"/>
                </a:cubicBezTo>
                <a:cubicBezTo>
                  <a:pt x="6708" y="3782"/>
                  <a:pt x="6682" y="3580"/>
                  <a:pt x="6614" y="3374"/>
                </a:cubicBezTo>
                <a:cubicBezTo>
                  <a:pt x="6562" y="3142"/>
                  <a:pt x="6450" y="2910"/>
                  <a:pt x="6300" y="2708"/>
                </a:cubicBezTo>
                <a:cubicBezTo>
                  <a:pt x="6219" y="2571"/>
                  <a:pt x="6111" y="2437"/>
                  <a:pt x="5990" y="2326"/>
                </a:cubicBezTo>
                <a:cubicBezTo>
                  <a:pt x="5521" y="1847"/>
                  <a:pt x="4883" y="1600"/>
                  <a:pt x="4238" y="1600"/>
                </a:cubicBezTo>
                <a:cubicBezTo>
                  <a:pt x="3985" y="1600"/>
                  <a:pt x="3731" y="1638"/>
                  <a:pt x="3485" y="1715"/>
                </a:cubicBezTo>
                <a:lnTo>
                  <a:pt x="3485" y="1647"/>
                </a:lnTo>
                <a:cubicBezTo>
                  <a:pt x="3485" y="735"/>
                  <a:pt x="2750" y="1"/>
                  <a:pt x="1839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>
            <a:spLocks noGrp="1"/>
          </p:cNvSpPr>
          <p:nvPr>
            <p:ph type="title"/>
          </p:nvPr>
        </p:nvSpPr>
        <p:spPr>
          <a:xfrm>
            <a:off x="180000" y="307450"/>
            <a:ext cx="878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Hypothesis:</a:t>
            </a:r>
            <a:endParaRPr/>
          </a:p>
        </p:txBody>
      </p:sp>
      <p:sp>
        <p:nvSpPr>
          <p:cNvPr id="96" name="Google Shape;96;p18"/>
          <p:cNvSpPr txBox="1"/>
          <p:nvPr/>
        </p:nvSpPr>
        <p:spPr>
          <a:xfrm>
            <a:off x="694200" y="1932000"/>
            <a:ext cx="77556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Is possible to predict emotion reaction to stimuli from the time series of ROIs with ML?</a:t>
            </a:r>
            <a:endParaRPr sz="1900"/>
          </a:p>
        </p:txBody>
      </p:sp>
      <p:sp>
        <p:nvSpPr>
          <p:cNvPr id="97" name="Google Shape;97;p18"/>
          <p:cNvSpPr/>
          <p:nvPr/>
        </p:nvSpPr>
        <p:spPr>
          <a:xfrm rot="-5400000" flipH="1">
            <a:off x="3765332" y="1720286"/>
            <a:ext cx="2322739" cy="5659564"/>
          </a:xfrm>
          <a:custGeom>
            <a:avLst/>
            <a:gdLst/>
            <a:ahLst/>
            <a:cxnLst/>
            <a:rect l="l" t="t" r="r" b="b"/>
            <a:pathLst>
              <a:path w="9210" h="22441" extrusionOk="0">
                <a:moveTo>
                  <a:pt x="7361" y="585"/>
                </a:moveTo>
                <a:cubicBezTo>
                  <a:pt x="7946" y="585"/>
                  <a:pt x="8423" y="1062"/>
                  <a:pt x="8423" y="1647"/>
                </a:cubicBezTo>
                <a:lnTo>
                  <a:pt x="8423" y="11238"/>
                </a:lnTo>
                <a:cubicBezTo>
                  <a:pt x="8423" y="11865"/>
                  <a:pt x="7920" y="12381"/>
                  <a:pt x="7280" y="12381"/>
                </a:cubicBezTo>
                <a:cubicBezTo>
                  <a:pt x="6653" y="12381"/>
                  <a:pt x="6137" y="11865"/>
                  <a:pt x="6137" y="11238"/>
                </a:cubicBezTo>
                <a:lnTo>
                  <a:pt x="6137" y="10314"/>
                </a:lnTo>
                <a:cubicBezTo>
                  <a:pt x="6803" y="10193"/>
                  <a:pt x="7361" y="9687"/>
                  <a:pt x="7511" y="8982"/>
                </a:cubicBezTo>
                <a:cubicBezTo>
                  <a:pt x="7551" y="8831"/>
                  <a:pt x="7443" y="8668"/>
                  <a:pt x="7293" y="8642"/>
                </a:cubicBezTo>
                <a:cubicBezTo>
                  <a:pt x="7266" y="8635"/>
                  <a:pt x="7240" y="8632"/>
                  <a:pt x="7215" y="8632"/>
                </a:cubicBezTo>
                <a:cubicBezTo>
                  <a:pt x="7084" y="8632"/>
                  <a:pt x="6973" y="8721"/>
                  <a:pt x="6940" y="8858"/>
                </a:cubicBezTo>
                <a:cubicBezTo>
                  <a:pt x="6822" y="9399"/>
                  <a:pt x="6348" y="9757"/>
                  <a:pt x="5820" y="9757"/>
                </a:cubicBezTo>
                <a:cubicBezTo>
                  <a:pt x="5736" y="9757"/>
                  <a:pt x="5650" y="9748"/>
                  <a:pt x="5565" y="9729"/>
                </a:cubicBezTo>
                <a:lnTo>
                  <a:pt x="5470" y="9729"/>
                </a:lnTo>
                <a:cubicBezTo>
                  <a:pt x="4654" y="9566"/>
                  <a:pt x="4027" y="8844"/>
                  <a:pt x="4027" y="7989"/>
                </a:cubicBezTo>
                <a:cubicBezTo>
                  <a:pt x="4027" y="7061"/>
                  <a:pt x="4735" y="6300"/>
                  <a:pt x="5634" y="6219"/>
                </a:cubicBezTo>
                <a:lnTo>
                  <a:pt x="5634" y="6313"/>
                </a:lnTo>
                <a:cubicBezTo>
                  <a:pt x="5634" y="7198"/>
                  <a:pt x="6339" y="7907"/>
                  <a:pt x="7224" y="7907"/>
                </a:cubicBezTo>
                <a:cubicBezTo>
                  <a:pt x="7387" y="7907"/>
                  <a:pt x="7524" y="7783"/>
                  <a:pt x="7524" y="7620"/>
                </a:cubicBezTo>
                <a:cubicBezTo>
                  <a:pt x="7524" y="7456"/>
                  <a:pt x="7387" y="7319"/>
                  <a:pt x="7224" y="7319"/>
                </a:cubicBezTo>
                <a:cubicBezTo>
                  <a:pt x="6666" y="7319"/>
                  <a:pt x="6218" y="6872"/>
                  <a:pt x="6218" y="6313"/>
                </a:cubicBezTo>
                <a:cubicBezTo>
                  <a:pt x="6218" y="5755"/>
                  <a:pt x="6666" y="5308"/>
                  <a:pt x="7224" y="5308"/>
                </a:cubicBezTo>
                <a:cubicBezTo>
                  <a:pt x="7387" y="5308"/>
                  <a:pt x="7524" y="5170"/>
                  <a:pt x="7524" y="5007"/>
                </a:cubicBezTo>
                <a:cubicBezTo>
                  <a:pt x="7524" y="4844"/>
                  <a:pt x="7387" y="4707"/>
                  <a:pt x="7224" y="4707"/>
                </a:cubicBezTo>
                <a:cubicBezTo>
                  <a:pt x="6597" y="4707"/>
                  <a:pt x="6042" y="5089"/>
                  <a:pt x="5781" y="5621"/>
                </a:cubicBezTo>
                <a:cubicBezTo>
                  <a:pt x="4491" y="5634"/>
                  <a:pt x="3442" y="6682"/>
                  <a:pt x="3442" y="7989"/>
                </a:cubicBezTo>
                <a:cubicBezTo>
                  <a:pt x="3442" y="9197"/>
                  <a:pt x="4366" y="10206"/>
                  <a:pt x="5552" y="10340"/>
                </a:cubicBezTo>
                <a:lnTo>
                  <a:pt x="5552" y="11238"/>
                </a:lnTo>
                <a:cubicBezTo>
                  <a:pt x="5552" y="12192"/>
                  <a:pt x="6326" y="12969"/>
                  <a:pt x="7280" y="12969"/>
                </a:cubicBezTo>
                <a:lnTo>
                  <a:pt x="7456" y="12969"/>
                </a:lnTo>
                <a:cubicBezTo>
                  <a:pt x="8096" y="12969"/>
                  <a:pt x="8612" y="13498"/>
                  <a:pt x="8612" y="14138"/>
                </a:cubicBezTo>
                <a:cubicBezTo>
                  <a:pt x="8612" y="14791"/>
                  <a:pt x="8096" y="15307"/>
                  <a:pt x="7456" y="15307"/>
                </a:cubicBezTo>
                <a:cubicBezTo>
                  <a:pt x="7293" y="15307"/>
                  <a:pt x="7155" y="15445"/>
                  <a:pt x="7155" y="15608"/>
                </a:cubicBezTo>
                <a:cubicBezTo>
                  <a:pt x="7155" y="15771"/>
                  <a:pt x="7293" y="15892"/>
                  <a:pt x="7456" y="15892"/>
                </a:cubicBezTo>
                <a:cubicBezTo>
                  <a:pt x="7809" y="15892"/>
                  <a:pt x="8148" y="15784"/>
                  <a:pt x="8423" y="15595"/>
                </a:cubicBezTo>
                <a:lnTo>
                  <a:pt x="8423" y="16274"/>
                </a:lnTo>
                <a:cubicBezTo>
                  <a:pt x="8423" y="16901"/>
                  <a:pt x="7920" y="17417"/>
                  <a:pt x="7280" y="17417"/>
                </a:cubicBezTo>
                <a:cubicBezTo>
                  <a:pt x="7074" y="17417"/>
                  <a:pt x="6884" y="17362"/>
                  <a:pt x="6721" y="17267"/>
                </a:cubicBezTo>
                <a:cubicBezTo>
                  <a:pt x="6695" y="17241"/>
                  <a:pt x="6666" y="17228"/>
                  <a:pt x="6639" y="17215"/>
                </a:cubicBezTo>
                <a:cubicBezTo>
                  <a:pt x="6339" y="17009"/>
                  <a:pt x="6137" y="16656"/>
                  <a:pt x="6137" y="16274"/>
                </a:cubicBezTo>
                <a:lnTo>
                  <a:pt x="6137" y="15036"/>
                </a:lnTo>
                <a:cubicBezTo>
                  <a:pt x="6137" y="14873"/>
                  <a:pt x="6012" y="14736"/>
                  <a:pt x="5849" y="14736"/>
                </a:cubicBezTo>
                <a:cubicBezTo>
                  <a:pt x="5686" y="14736"/>
                  <a:pt x="5552" y="14873"/>
                  <a:pt x="5552" y="15036"/>
                </a:cubicBezTo>
                <a:lnTo>
                  <a:pt x="5552" y="16274"/>
                </a:lnTo>
                <a:cubicBezTo>
                  <a:pt x="5552" y="16562"/>
                  <a:pt x="5634" y="16846"/>
                  <a:pt x="5754" y="17091"/>
                </a:cubicBezTo>
                <a:cubicBezTo>
                  <a:pt x="5604" y="17104"/>
                  <a:pt x="5470" y="17133"/>
                  <a:pt x="5320" y="17198"/>
                </a:cubicBezTo>
                <a:cubicBezTo>
                  <a:pt x="4899" y="17362"/>
                  <a:pt x="4556" y="17688"/>
                  <a:pt x="4379" y="18113"/>
                </a:cubicBezTo>
                <a:cubicBezTo>
                  <a:pt x="4311" y="18260"/>
                  <a:pt x="4379" y="18423"/>
                  <a:pt x="4530" y="18492"/>
                </a:cubicBezTo>
                <a:cubicBezTo>
                  <a:pt x="4572" y="18505"/>
                  <a:pt x="4611" y="18521"/>
                  <a:pt x="4654" y="18521"/>
                </a:cubicBezTo>
                <a:cubicBezTo>
                  <a:pt x="4762" y="18521"/>
                  <a:pt x="4869" y="18452"/>
                  <a:pt x="4912" y="18341"/>
                </a:cubicBezTo>
                <a:cubicBezTo>
                  <a:pt x="5033" y="18070"/>
                  <a:pt x="5265" y="17852"/>
                  <a:pt x="5536" y="17744"/>
                </a:cubicBezTo>
                <a:cubicBezTo>
                  <a:pt x="5673" y="17690"/>
                  <a:pt x="5812" y="17663"/>
                  <a:pt x="5952" y="17663"/>
                </a:cubicBezTo>
                <a:cubicBezTo>
                  <a:pt x="6092" y="17663"/>
                  <a:pt x="6231" y="17690"/>
                  <a:pt x="6368" y="17744"/>
                </a:cubicBezTo>
                <a:cubicBezTo>
                  <a:pt x="6626" y="17907"/>
                  <a:pt x="6953" y="18002"/>
                  <a:pt x="7280" y="18002"/>
                </a:cubicBezTo>
                <a:cubicBezTo>
                  <a:pt x="7727" y="18002"/>
                  <a:pt x="8122" y="17839"/>
                  <a:pt x="8423" y="17567"/>
                </a:cubicBezTo>
                <a:lnTo>
                  <a:pt x="8423" y="20791"/>
                </a:lnTo>
                <a:cubicBezTo>
                  <a:pt x="8423" y="21379"/>
                  <a:pt x="7946" y="21852"/>
                  <a:pt x="7361" y="21852"/>
                </a:cubicBezTo>
                <a:cubicBezTo>
                  <a:pt x="6777" y="21852"/>
                  <a:pt x="6300" y="21379"/>
                  <a:pt x="6300" y="20791"/>
                </a:cubicBezTo>
                <a:lnTo>
                  <a:pt x="6300" y="20356"/>
                </a:lnTo>
                <a:cubicBezTo>
                  <a:pt x="6790" y="20112"/>
                  <a:pt x="7155" y="19648"/>
                  <a:pt x="7237" y="19076"/>
                </a:cubicBezTo>
                <a:cubicBezTo>
                  <a:pt x="7266" y="18913"/>
                  <a:pt x="7142" y="18766"/>
                  <a:pt x="6992" y="18737"/>
                </a:cubicBezTo>
                <a:cubicBezTo>
                  <a:pt x="6977" y="18734"/>
                  <a:pt x="6962" y="18733"/>
                  <a:pt x="6947" y="18733"/>
                </a:cubicBezTo>
                <a:cubicBezTo>
                  <a:pt x="6802" y="18733"/>
                  <a:pt x="6676" y="18845"/>
                  <a:pt x="6653" y="18982"/>
                </a:cubicBezTo>
                <a:cubicBezTo>
                  <a:pt x="6597" y="19377"/>
                  <a:pt x="6352" y="19690"/>
                  <a:pt x="6012" y="19854"/>
                </a:cubicBezTo>
                <a:cubicBezTo>
                  <a:pt x="5986" y="19854"/>
                  <a:pt x="5960" y="19854"/>
                  <a:pt x="5931" y="19867"/>
                </a:cubicBezTo>
                <a:cubicBezTo>
                  <a:pt x="5754" y="19909"/>
                  <a:pt x="5578" y="19935"/>
                  <a:pt x="5402" y="19935"/>
                </a:cubicBezTo>
                <a:cubicBezTo>
                  <a:pt x="4474" y="19935"/>
                  <a:pt x="3700" y="19269"/>
                  <a:pt x="3537" y="18384"/>
                </a:cubicBezTo>
                <a:cubicBezTo>
                  <a:pt x="3563" y="18328"/>
                  <a:pt x="3563" y="18276"/>
                  <a:pt x="3550" y="18221"/>
                </a:cubicBezTo>
                <a:cubicBezTo>
                  <a:pt x="3537" y="18165"/>
                  <a:pt x="3524" y="18113"/>
                  <a:pt x="3511" y="18044"/>
                </a:cubicBezTo>
                <a:lnTo>
                  <a:pt x="3511" y="17920"/>
                </a:lnTo>
                <a:cubicBezTo>
                  <a:pt x="3524" y="17881"/>
                  <a:pt x="3511" y="17839"/>
                  <a:pt x="3494" y="17799"/>
                </a:cubicBezTo>
                <a:cubicBezTo>
                  <a:pt x="3511" y="17104"/>
                  <a:pt x="3971" y="16464"/>
                  <a:pt x="4680" y="16287"/>
                </a:cubicBezTo>
                <a:cubicBezTo>
                  <a:pt x="4843" y="16248"/>
                  <a:pt x="4938" y="16085"/>
                  <a:pt x="4899" y="15935"/>
                </a:cubicBezTo>
                <a:cubicBezTo>
                  <a:pt x="4863" y="15796"/>
                  <a:pt x="4740" y="15707"/>
                  <a:pt x="4604" y="15707"/>
                </a:cubicBezTo>
                <a:cubicBezTo>
                  <a:pt x="4579" y="15707"/>
                  <a:pt x="4555" y="15710"/>
                  <a:pt x="4530" y="15716"/>
                </a:cubicBezTo>
                <a:cubicBezTo>
                  <a:pt x="3674" y="15948"/>
                  <a:pt x="3073" y="16656"/>
                  <a:pt x="2939" y="17473"/>
                </a:cubicBezTo>
                <a:cubicBezTo>
                  <a:pt x="1973" y="17022"/>
                  <a:pt x="1346" y="16055"/>
                  <a:pt x="1346" y="14955"/>
                </a:cubicBezTo>
                <a:lnTo>
                  <a:pt x="1346" y="14749"/>
                </a:lnTo>
                <a:cubicBezTo>
                  <a:pt x="1372" y="14710"/>
                  <a:pt x="1372" y="14667"/>
                  <a:pt x="1372" y="14628"/>
                </a:cubicBezTo>
                <a:lnTo>
                  <a:pt x="1372" y="14520"/>
                </a:lnTo>
                <a:cubicBezTo>
                  <a:pt x="1414" y="14275"/>
                  <a:pt x="1483" y="14031"/>
                  <a:pt x="1590" y="13799"/>
                </a:cubicBezTo>
                <a:cubicBezTo>
                  <a:pt x="1862" y="13335"/>
                  <a:pt x="2368" y="13021"/>
                  <a:pt x="2939" y="13008"/>
                </a:cubicBezTo>
                <a:cubicBezTo>
                  <a:pt x="3103" y="13008"/>
                  <a:pt x="3223" y="12871"/>
                  <a:pt x="3223" y="12724"/>
                </a:cubicBezTo>
                <a:cubicBezTo>
                  <a:pt x="3223" y="12561"/>
                  <a:pt x="3086" y="12424"/>
                  <a:pt x="2923" y="12424"/>
                </a:cubicBezTo>
                <a:cubicBezTo>
                  <a:pt x="2325" y="12437"/>
                  <a:pt x="1767" y="12695"/>
                  <a:pt x="1388" y="13103"/>
                </a:cubicBezTo>
                <a:cubicBezTo>
                  <a:pt x="869" y="12587"/>
                  <a:pt x="585" y="11891"/>
                  <a:pt x="585" y="11157"/>
                </a:cubicBezTo>
                <a:cubicBezTo>
                  <a:pt x="585" y="10967"/>
                  <a:pt x="611" y="10778"/>
                  <a:pt x="637" y="10601"/>
                </a:cubicBezTo>
                <a:cubicBezTo>
                  <a:pt x="666" y="10559"/>
                  <a:pt x="666" y="10533"/>
                  <a:pt x="679" y="10490"/>
                </a:cubicBezTo>
                <a:cubicBezTo>
                  <a:pt x="679" y="10464"/>
                  <a:pt x="679" y="10438"/>
                  <a:pt x="692" y="10409"/>
                </a:cubicBezTo>
                <a:cubicBezTo>
                  <a:pt x="748" y="10177"/>
                  <a:pt x="843" y="9961"/>
                  <a:pt x="950" y="9756"/>
                </a:cubicBezTo>
                <a:cubicBezTo>
                  <a:pt x="1243" y="9354"/>
                  <a:pt x="1734" y="9092"/>
                  <a:pt x="2254" y="9092"/>
                </a:cubicBezTo>
                <a:cubicBezTo>
                  <a:pt x="2313" y="9092"/>
                  <a:pt x="2373" y="9095"/>
                  <a:pt x="2433" y="9102"/>
                </a:cubicBezTo>
                <a:cubicBezTo>
                  <a:pt x="2442" y="9103"/>
                  <a:pt x="2451" y="9104"/>
                  <a:pt x="2460" y="9104"/>
                </a:cubicBezTo>
                <a:cubicBezTo>
                  <a:pt x="2612" y="9104"/>
                  <a:pt x="2747" y="8999"/>
                  <a:pt x="2760" y="8844"/>
                </a:cubicBezTo>
                <a:cubicBezTo>
                  <a:pt x="2789" y="8681"/>
                  <a:pt x="2665" y="8544"/>
                  <a:pt x="2515" y="8518"/>
                </a:cubicBezTo>
                <a:cubicBezTo>
                  <a:pt x="2434" y="8510"/>
                  <a:pt x="2355" y="8507"/>
                  <a:pt x="2276" y="8507"/>
                </a:cubicBezTo>
                <a:cubicBezTo>
                  <a:pt x="1944" y="8507"/>
                  <a:pt x="1631" y="8573"/>
                  <a:pt x="1346" y="8694"/>
                </a:cubicBezTo>
                <a:cubicBezTo>
                  <a:pt x="624" y="7607"/>
                  <a:pt x="761" y="6124"/>
                  <a:pt x="1698" y="5183"/>
                </a:cubicBezTo>
                <a:cubicBezTo>
                  <a:pt x="1960" y="4925"/>
                  <a:pt x="2270" y="4723"/>
                  <a:pt x="2596" y="4586"/>
                </a:cubicBezTo>
                <a:cubicBezTo>
                  <a:pt x="2720" y="4968"/>
                  <a:pt x="2952" y="5321"/>
                  <a:pt x="3266" y="5592"/>
                </a:cubicBezTo>
                <a:cubicBezTo>
                  <a:pt x="3318" y="5634"/>
                  <a:pt x="3387" y="5660"/>
                  <a:pt x="3455" y="5660"/>
                </a:cubicBezTo>
                <a:cubicBezTo>
                  <a:pt x="3537" y="5660"/>
                  <a:pt x="3619" y="5621"/>
                  <a:pt x="3674" y="5553"/>
                </a:cubicBezTo>
                <a:cubicBezTo>
                  <a:pt x="3782" y="5428"/>
                  <a:pt x="3769" y="5252"/>
                  <a:pt x="3645" y="5144"/>
                </a:cubicBezTo>
                <a:cubicBezTo>
                  <a:pt x="3155" y="4723"/>
                  <a:pt x="2992" y="4070"/>
                  <a:pt x="3168" y="3482"/>
                </a:cubicBezTo>
                <a:cubicBezTo>
                  <a:pt x="3210" y="3335"/>
                  <a:pt x="3279" y="3198"/>
                  <a:pt x="3374" y="3061"/>
                </a:cubicBezTo>
                <a:cubicBezTo>
                  <a:pt x="3400" y="3008"/>
                  <a:pt x="3442" y="2953"/>
                  <a:pt x="3481" y="2910"/>
                </a:cubicBezTo>
                <a:cubicBezTo>
                  <a:pt x="3494" y="2884"/>
                  <a:pt x="3511" y="2871"/>
                  <a:pt x="3524" y="2858"/>
                </a:cubicBezTo>
                <a:cubicBezTo>
                  <a:pt x="3550" y="2816"/>
                  <a:pt x="3592" y="2777"/>
                  <a:pt x="3619" y="2734"/>
                </a:cubicBezTo>
                <a:cubicBezTo>
                  <a:pt x="3988" y="2376"/>
                  <a:pt x="4475" y="2189"/>
                  <a:pt x="4968" y="2189"/>
                </a:cubicBezTo>
                <a:cubicBezTo>
                  <a:pt x="5220" y="2189"/>
                  <a:pt x="5475" y="2238"/>
                  <a:pt x="5715" y="2339"/>
                </a:cubicBezTo>
                <a:lnTo>
                  <a:pt x="5715" y="3253"/>
                </a:lnTo>
                <a:cubicBezTo>
                  <a:pt x="5715" y="3417"/>
                  <a:pt x="5849" y="3551"/>
                  <a:pt x="6012" y="3551"/>
                </a:cubicBezTo>
                <a:cubicBezTo>
                  <a:pt x="6176" y="3551"/>
                  <a:pt x="6300" y="3417"/>
                  <a:pt x="6300" y="3253"/>
                </a:cubicBezTo>
                <a:lnTo>
                  <a:pt x="6300" y="2163"/>
                </a:lnTo>
                <a:lnTo>
                  <a:pt x="6300" y="1865"/>
                </a:lnTo>
                <a:lnTo>
                  <a:pt x="6300" y="1647"/>
                </a:lnTo>
                <a:cubicBezTo>
                  <a:pt x="6300" y="1062"/>
                  <a:pt x="6777" y="585"/>
                  <a:pt x="7361" y="585"/>
                </a:cubicBezTo>
                <a:close/>
                <a:moveTo>
                  <a:pt x="7361" y="1"/>
                </a:moveTo>
                <a:cubicBezTo>
                  <a:pt x="6463" y="1"/>
                  <a:pt x="5715" y="735"/>
                  <a:pt x="5715" y="1647"/>
                </a:cubicBezTo>
                <a:lnTo>
                  <a:pt x="5715" y="1715"/>
                </a:lnTo>
                <a:cubicBezTo>
                  <a:pt x="5469" y="1638"/>
                  <a:pt x="5215" y="1600"/>
                  <a:pt x="4962" y="1600"/>
                </a:cubicBezTo>
                <a:cubicBezTo>
                  <a:pt x="4317" y="1600"/>
                  <a:pt x="3679" y="1847"/>
                  <a:pt x="3210" y="2326"/>
                </a:cubicBezTo>
                <a:cubicBezTo>
                  <a:pt x="3086" y="2450"/>
                  <a:pt x="2978" y="2571"/>
                  <a:pt x="2897" y="2708"/>
                </a:cubicBezTo>
                <a:cubicBezTo>
                  <a:pt x="2747" y="2910"/>
                  <a:pt x="2652" y="3142"/>
                  <a:pt x="2583" y="3374"/>
                </a:cubicBezTo>
                <a:cubicBezTo>
                  <a:pt x="2531" y="3580"/>
                  <a:pt x="2489" y="3782"/>
                  <a:pt x="2489" y="3988"/>
                </a:cubicBezTo>
                <a:cubicBezTo>
                  <a:pt x="2041" y="4165"/>
                  <a:pt x="1633" y="4423"/>
                  <a:pt x="1290" y="4762"/>
                </a:cubicBezTo>
                <a:cubicBezTo>
                  <a:pt x="705" y="5334"/>
                  <a:pt x="366" y="6111"/>
                  <a:pt x="310" y="6911"/>
                </a:cubicBezTo>
                <a:cubicBezTo>
                  <a:pt x="258" y="7633"/>
                  <a:pt x="434" y="8342"/>
                  <a:pt x="816" y="8952"/>
                </a:cubicBezTo>
                <a:cubicBezTo>
                  <a:pt x="679" y="9116"/>
                  <a:pt x="555" y="9279"/>
                  <a:pt x="447" y="9458"/>
                </a:cubicBezTo>
                <a:cubicBezTo>
                  <a:pt x="297" y="9687"/>
                  <a:pt x="176" y="9961"/>
                  <a:pt x="121" y="10259"/>
                </a:cubicBezTo>
                <a:cubicBezTo>
                  <a:pt x="39" y="10546"/>
                  <a:pt x="0" y="10846"/>
                  <a:pt x="0" y="11157"/>
                </a:cubicBezTo>
                <a:cubicBezTo>
                  <a:pt x="0" y="12084"/>
                  <a:pt x="379" y="12953"/>
                  <a:pt x="1032" y="13593"/>
                </a:cubicBezTo>
                <a:cubicBezTo>
                  <a:pt x="898" y="13851"/>
                  <a:pt x="816" y="14151"/>
                  <a:pt x="787" y="14465"/>
                </a:cubicBezTo>
                <a:cubicBezTo>
                  <a:pt x="774" y="14628"/>
                  <a:pt x="761" y="14791"/>
                  <a:pt x="761" y="14955"/>
                </a:cubicBezTo>
                <a:cubicBezTo>
                  <a:pt x="761" y="16369"/>
                  <a:pt x="1617" y="17607"/>
                  <a:pt x="2923" y="18113"/>
                </a:cubicBezTo>
                <a:cubicBezTo>
                  <a:pt x="2965" y="19390"/>
                  <a:pt x="3971" y="20438"/>
                  <a:pt x="5238" y="20520"/>
                </a:cubicBezTo>
                <a:cubicBezTo>
                  <a:pt x="5251" y="20520"/>
                  <a:pt x="5278" y="20520"/>
                  <a:pt x="5291" y="20533"/>
                </a:cubicBezTo>
                <a:cubicBezTo>
                  <a:pt x="5372" y="20533"/>
                  <a:pt x="5454" y="20546"/>
                  <a:pt x="5536" y="20546"/>
                </a:cubicBezTo>
                <a:cubicBezTo>
                  <a:pt x="5591" y="20546"/>
                  <a:pt x="5660" y="20546"/>
                  <a:pt x="5715" y="20533"/>
                </a:cubicBezTo>
                <a:lnTo>
                  <a:pt x="5715" y="20791"/>
                </a:lnTo>
                <a:cubicBezTo>
                  <a:pt x="5715" y="21705"/>
                  <a:pt x="6463" y="22440"/>
                  <a:pt x="7361" y="22440"/>
                </a:cubicBezTo>
                <a:cubicBezTo>
                  <a:pt x="8272" y="22440"/>
                  <a:pt x="9020" y="21705"/>
                  <a:pt x="9020" y="20791"/>
                </a:cubicBezTo>
                <a:lnTo>
                  <a:pt x="9020" y="14968"/>
                </a:lnTo>
                <a:cubicBezTo>
                  <a:pt x="9020" y="14955"/>
                  <a:pt x="9007" y="14955"/>
                  <a:pt x="9007" y="14942"/>
                </a:cubicBezTo>
                <a:cubicBezTo>
                  <a:pt x="9144" y="14697"/>
                  <a:pt x="9210" y="14422"/>
                  <a:pt x="9210" y="14138"/>
                </a:cubicBezTo>
                <a:cubicBezTo>
                  <a:pt x="9210" y="13498"/>
                  <a:pt x="8857" y="12927"/>
                  <a:pt x="8328" y="12626"/>
                </a:cubicBezTo>
                <a:cubicBezTo>
                  <a:pt x="8749" y="12300"/>
                  <a:pt x="9020" y="11797"/>
                  <a:pt x="9020" y="11238"/>
                </a:cubicBezTo>
                <a:lnTo>
                  <a:pt x="9020" y="1647"/>
                </a:lnTo>
                <a:cubicBezTo>
                  <a:pt x="9020" y="735"/>
                  <a:pt x="8272" y="1"/>
                  <a:pt x="7361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>
            <a:spLocks noGrp="1"/>
          </p:cNvSpPr>
          <p:nvPr>
            <p:ph type="title"/>
          </p:nvPr>
        </p:nvSpPr>
        <p:spPr>
          <a:xfrm>
            <a:off x="180000" y="307450"/>
            <a:ext cx="878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Approach:</a:t>
            </a:r>
            <a:endParaRPr sz="3200"/>
          </a:p>
        </p:txBody>
      </p:sp>
      <p:sp>
        <p:nvSpPr>
          <p:cNvPr id="103" name="Google Shape;103;p19"/>
          <p:cNvSpPr txBox="1"/>
          <p:nvPr/>
        </p:nvSpPr>
        <p:spPr>
          <a:xfrm>
            <a:off x="945900" y="1825200"/>
            <a:ext cx="8018100" cy="14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Network feature of data —&gt; network science (Louvain algorithm, …)</a:t>
            </a:r>
            <a:endParaRPr sz="17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Predicting the feeling from the time series —&gt; deep learning (CNN, RNN,...)</a:t>
            </a:r>
            <a:endParaRPr sz="17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4" name="Google Shape;104;p19"/>
          <p:cNvSpPr/>
          <p:nvPr/>
        </p:nvSpPr>
        <p:spPr>
          <a:xfrm>
            <a:off x="231705" y="1647828"/>
            <a:ext cx="714193" cy="655239"/>
          </a:xfrm>
          <a:custGeom>
            <a:avLst/>
            <a:gdLst/>
            <a:ahLst/>
            <a:cxnLst/>
            <a:rect l="l" t="t" r="r" b="b"/>
            <a:pathLst>
              <a:path w="17297" h="14947" extrusionOk="0">
                <a:moveTo>
                  <a:pt x="10412" y="0"/>
                </a:moveTo>
                <a:cubicBezTo>
                  <a:pt x="9523" y="0"/>
                  <a:pt x="8727" y="233"/>
                  <a:pt x="8192" y="633"/>
                </a:cubicBezTo>
                <a:cubicBezTo>
                  <a:pt x="7863" y="454"/>
                  <a:pt x="7486" y="355"/>
                  <a:pt x="7094" y="355"/>
                </a:cubicBezTo>
                <a:cubicBezTo>
                  <a:pt x="6855" y="355"/>
                  <a:pt x="6611" y="392"/>
                  <a:pt x="6369" y="469"/>
                </a:cubicBezTo>
                <a:cubicBezTo>
                  <a:pt x="5866" y="633"/>
                  <a:pt x="5458" y="943"/>
                  <a:pt x="5184" y="1351"/>
                </a:cubicBezTo>
                <a:cubicBezTo>
                  <a:pt x="5017" y="1316"/>
                  <a:pt x="4843" y="1299"/>
                  <a:pt x="4665" y="1299"/>
                </a:cubicBezTo>
                <a:cubicBezTo>
                  <a:pt x="4005" y="1299"/>
                  <a:pt x="3292" y="1540"/>
                  <a:pt x="2682" y="2034"/>
                </a:cubicBezTo>
                <a:cubicBezTo>
                  <a:pt x="1960" y="2605"/>
                  <a:pt x="1539" y="3392"/>
                  <a:pt x="1458" y="4156"/>
                </a:cubicBezTo>
                <a:cubicBezTo>
                  <a:pt x="736" y="4346"/>
                  <a:pt x="164" y="4944"/>
                  <a:pt x="53" y="5721"/>
                </a:cubicBezTo>
                <a:cubicBezTo>
                  <a:pt x="1" y="6237"/>
                  <a:pt x="151" y="6727"/>
                  <a:pt x="448" y="7096"/>
                </a:cubicBezTo>
                <a:cubicBezTo>
                  <a:pt x="259" y="7693"/>
                  <a:pt x="259" y="8347"/>
                  <a:pt x="517" y="8944"/>
                </a:cubicBezTo>
                <a:cubicBezTo>
                  <a:pt x="955" y="9974"/>
                  <a:pt x="1994" y="10584"/>
                  <a:pt x="3113" y="10584"/>
                </a:cubicBezTo>
                <a:cubicBezTo>
                  <a:pt x="3520" y="10584"/>
                  <a:pt x="3938" y="10503"/>
                  <a:pt x="4341" y="10332"/>
                </a:cubicBezTo>
                <a:cubicBezTo>
                  <a:pt x="4449" y="10280"/>
                  <a:pt x="4573" y="10224"/>
                  <a:pt x="4681" y="10156"/>
                </a:cubicBezTo>
                <a:cubicBezTo>
                  <a:pt x="4694" y="10224"/>
                  <a:pt x="4723" y="10293"/>
                  <a:pt x="4749" y="10348"/>
                </a:cubicBezTo>
                <a:cubicBezTo>
                  <a:pt x="5188" y="11377"/>
                  <a:pt x="6228" y="11986"/>
                  <a:pt x="7343" y="11986"/>
                </a:cubicBezTo>
                <a:cubicBezTo>
                  <a:pt x="7747" y="11986"/>
                  <a:pt x="8162" y="11906"/>
                  <a:pt x="8561" y="11736"/>
                </a:cubicBezTo>
                <a:cubicBezTo>
                  <a:pt x="8613" y="11707"/>
                  <a:pt x="8668" y="11681"/>
                  <a:pt x="8724" y="11668"/>
                </a:cubicBezTo>
                <a:cubicBezTo>
                  <a:pt x="9023" y="11995"/>
                  <a:pt x="9467" y="12178"/>
                  <a:pt x="9934" y="12178"/>
                </a:cubicBezTo>
                <a:cubicBezTo>
                  <a:pt x="10105" y="12178"/>
                  <a:pt x="10280" y="12153"/>
                  <a:pt x="10452" y="12102"/>
                </a:cubicBezTo>
                <a:cubicBezTo>
                  <a:pt x="10520" y="12347"/>
                  <a:pt x="10628" y="12592"/>
                  <a:pt x="10749" y="12837"/>
                </a:cubicBezTo>
                <a:cubicBezTo>
                  <a:pt x="11389" y="14049"/>
                  <a:pt x="12493" y="14810"/>
                  <a:pt x="13606" y="14947"/>
                </a:cubicBezTo>
                <a:lnTo>
                  <a:pt x="14113" y="14496"/>
                </a:lnTo>
                <a:cubicBezTo>
                  <a:pt x="14096" y="14483"/>
                  <a:pt x="14096" y="14483"/>
                  <a:pt x="14083" y="14470"/>
                </a:cubicBezTo>
                <a:cubicBezTo>
                  <a:pt x="13077" y="14156"/>
                  <a:pt x="12329" y="13219"/>
                  <a:pt x="12329" y="12089"/>
                </a:cubicBezTo>
                <a:lnTo>
                  <a:pt x="12329" y="11994"/>
                </a:lnTo>
                <a:cubicBezTo>
                  <a:pt x="12768" y="12248"/>
                  <a:pt x="13281" y="12388"/>
                  <a:pt x="13814" y="12388"/>
                </a:cubicBezTo>
                <a:cubicBezTo>
                  <a:pt x="14223" y="12388"/>
                  <a:pt x="14643" y="12305"/>
                  <a:pt x="15050" y="12128"/>
                </a:cubicBezTo>
                <a:cubicBezTo>
                  <a:pt x="16562" y="11491"/>
                  <a:pt x="17297" y="9829"/>
                  <a:pt x="16696" y="8428"/>
                </a:cubicBezTo>
                <a:cubicBezTo>
                  <a:pt x="16601" y="8196"/>
                  <a:pt x="16464" y="7981"/>
                  <a:pt x="16317" y="7788"/>
                </a:cubicBezTo>
                <a:cubicBezTo>
                  <a:pt x="16983" y="7096"/>
                  <a:pt x="17173" y="5897"/>
                  <a:pt x="16709" y="4797"/>
                </a:cubicBezTo>
                <a:cubicBezTo>
                  <a:pt x="16288" y="3801"/>
                  <a:pt x="15432" y="3134"/>
                  <a:pt x="14560" y="3027"/>
                </a:cubicBezTo>
                <a:cubicBezTo>
                  <a:pt x="14736" y="1789"/>
                  <a:pt x="13391" y="509"/>
                  <a:pt x="11500" y="113"/>
                </a:cubicBezTo>
                <a:cubicBezTo>
                  <a:pt x="11130" y="37"/>
                  <a:pt x="10763" y="0"/>
                  <a:pt x="10412" y="0"/>
                </a:cubicBezTo>
                <a:close/>
              </a:path>
            </a:pathLst>
          </a:custGeom>
          <a:solidFill>
            <a:schemeClr val="accent1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9"/>
          <p:cNvSpPr/>
          <p:nvPr/>
        </p:nvSpPr>
        <p:spPr>
          <a:xfrm>
            <a:off x="231700" y="2571752"/>
            <a:ext cx="714193" cy="762858"/>
          </a:xfrm>
          <a:custGeom>
            <a:avLst/>
            <a:gdLst/>
            <a:ahLst/>
            <a:cxnLst/>
            <a:rect l="l" t="t" r="r" b="b"/>
            <a:pathLst>
              <a:path w="17297" h="14947" extrusionOk="0">
                <a:moveTo>
                  <a:pt x="10412" y="0"/>
                </a:moveTo>
                <a:cubicBezTo>
                  <a:pt x="9523" y="0"/>
                  <a:pt x="8727" y="233"/>
                  <a:pt x="8192" y="633"/>
                </a:cubicBezTo>
                <a:cubicBezTo>
                  <a:pt x="7863" y="454"/>
                  <a:pt x="7486" y="355"/>
                  <a:pt x="7094" y="355"/>
                </a:cubicBezTo>
                <a:cubicBezTo>
                  <a:pt x="6855" y="355"/>
                  <a:pt x="6611" y="392"/>
                  <a:pt x="6369" y="469"/>
                </a:cubicBezTo>
                <a:cubicBezTo>
                  <a:pt x="5866" y="633"/>
                  <a:pt x="5458" y="943"/>
                  <a:pt x="5184" y="1351"/>
                </a:cubicBezTo>
                <a:cubicBezTo>
                  <a:pt x="5017" y="1316"/>
                  <a:pt x="4843" y="1299"/>
                  <a:pt x="4665" y="1299"/>
                </a:cubicBezTo>
                <a:cubicBezTo>
                  <a:pt x="4005" y="1299"/>
                  <a:pt x="3292" y="1540"/>
                  <a:pt x="2682" y="2034"/>
                </a:cubicBezTo>
                <a:cubicBezTo>
                  <a:pt x="1960" y="2605"/>
                  <a:pt x="1539" y="3392"/>
                  <a:pt x="1458" y="4156"/>
                </a:cubicBezTo>
                <a:cubicBezTo>
                  <a:pt x="736" y="4346"/>
                  <a:pt x="164" y="4944"/>
                  <a:pt x="53" y="5721"/>
                </a:cubicBezTo>
                <a:cubicBezTo>
                  <a:pt x="1" y="6237"/>
                  <a:pt x="151" y="6727"/>
                  <a:pt x="448" y="7096"/>
                </a:cubicBezTo>
                <a:cubicBezTo>
                  <a:pt x="259" y="7693"/>
                  <a:pt x="259" y="8347"/>
                  <a:pt x="517" y="8944"/>
                </a:cubicBezTo>
                <a:cubicBezTo>
                  <a:pt x="955" y="9974"/>
                  <a:pt x="1994" y="10584"/>
                  <a:pt x="3113" y="10584"/>
                </a:cubicBezTo>
                <a:cubicBezTo>
                  <a:pt x="3520" y="10584"/>
                  <a:pt x="3938" y="10503"/>
                  <a:pt x="4341" y="10332"/>
                </a:cubicBezTo>
                <a:cubicBezTo>
                  <a:pt x="4449" y="10280"/>
                  <a:pt x="4573" y="10224"/>
                  <a:pt x="4681" y="10156"/>
                </a:cubicBezTo>
                <a:cubicBezTo>
                  <a:pt x="4694" y="10224"/>
                  <a:pt x="4723" y="10293"/>
                  <a:pt x="4749" y="10348"/>
                </a:cubicBezTo>
                <a:cubicBezTo>
                  <a:pt x="5188" y="11377"/>
                  <a:pt x="6228" y="11986"/>
                  <a:pt x="7343" y="11986"/>
                </a:cubicBezTo>
                <a:cubicBezTo>
                  <a:pt x="7747" y="11986"/>
                  <a:pt x="8162" y="11906"/>
                  <a:pt x="8561" y="11736"/>
                </a:cubicBezTo>
                <a:cubicBezTo>
                  <a:pt x="8613" y="11707"/>
                  <a:pt x="8668" y="11681"/>
                  <a:pt x="8724" y="11668"/>
                </a:cubicBezTo>
                <a:cubicBezTo>
                  <a:pt x="9023" y="11995"/>
                  <a:pt x="9467" y="12178"/>
                  <a:pt x="9934" y="12178"/>
                </a:cubicBezTo>
                <a:cubicBezTo>
                  <a:pt x="10105" y="12178"/>
                  <a:pt x="10280" y="12153"/>
                  <a:pt x="10452" y="12102"/>
                </a:cubicBezTo>
                <a:cubicBezTo>
                  <a:pt x="10520" y="12347"/>
                  <a:pt x="10628" y="12592"/>
                  <a:pt x="10749" y="12837"/>
                </a:cubicBezTo>
                <a:cubicBezTo>
                  <a:pt x="11389" y="14049"/>
                  <a:pt x="12493" y="14810"/>
                  <a:pt x="13606" y="14947"/>
                </a:cubicBezTo>
                <a:lnTo>
                  <a:pt x="14113" y="14496"/>
                </a:lnTo>
                <a:cubicBezTo>
                  <a:pt x="14096" y="14483"/>
                  <a:pt x="14096" y="14483"/>
                  <a:pt x="14083" y="14470"/>
                </a:cubicBezTo>
                <a:cubicBezTo>
                  <a:pt x="13077" y="14156"/>
                  <a:pt x="12329" y="13219"/>
                  <a:pt x="12329" y="12089"/>
                </a:cubicBezTo>
                <a:lnTo>
                  <a:pt x="12329" y="11994"/>
                </a:lnTo>
                <a:cubicBezTo>
                  <a:pt x="12768" y="12248"/>
                  <a:pt x="13281" y="12388"/>
                  <a:pt x="13814" y="12388"/>
                </a:cubicBezTo>
                <a:cubicBezTo>
                  <a:pt x="14223" y="12388"/>
                  <a:pt x="14643" y="12305"/>
                  <a:pt x="15050" y="12128"/>
                </a:cubicBezTo>
                <a:cubicBezTo>
                  <a:pt x="16562" y="11491"/>
                  <a:pt x="17297" y="9829"/>
                  <a:pt x="16696" y="8428"/>
                </a:cubicBezTo>
                <a:cubicBezTo>
                  <a:pt x="16601" y="8196"/>
                  <a:pt x="16464" y="7981"/>
                  <a:pt x="16317" y="7788"/>
                </a:cubicBezTo>
                <a:cubicBezTo>
                  <a:pt x="16983" y="7096"/>
                  <a:pt x="17173" y="5897"/>
                  <a:pt x="16709" y="4797"/>
                </a:cubicBezTo>
                <a:cubicBezTo>
                  <a:pt x="16288" y="3801"/>
                  <a:pt x="15432" y="3134"/>
                  <a:pt x="14560" y="3027"/>
                </a:cubicBezTo>
                <a:cubicBezTo>
                  <a:pt x="14736" y="1789"/>
                  <a:pt x="13391" y="509"/>
                  <a:pt x="11500" y="113"/>
                </a:cubicBezTo>
                <a:cubicBezTo>
                  <a:pt x="11130" y="37"/>
                  <a:pt x="10763" y="0"/>
                  <a:pt x="10412" y="0"/>
                </a:cubicBezTo>
                <a:close/>
              </a:path>
            </a:pathLst>
          </a:custGeom>
          <a:solidFill>
            <a:schemeClr val="accent3"/>
          </a:solidFill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9"/>
          <p:cNvSpPr/>
          <p:nvPr/>
        </p:nvSpPr>
        <p:spPr>
          <a:xfrm>
            <a:off x="337700" y="1647832"/>
            <a:ext cx="502200" cy="5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01</a:t>
            </a:r>
            <a:endParaRPr sz="2400">
              <a:solidFill>
                <a:schemeClr val="accent3"/>
              </a:solidFill>
            </a:endParaRPr>
          </a:p>
        </p:txBody>
      </p:sp>
      <p:sp>
        <p:nvSpPr>
          <p:cNvPr id="107" name="Google Shape;107;p19"/>
          <p:cNvSpPr/>
          <p:nvPr/>
        </p:nvSpPr>
        <p:spPr>
          <a:xfrm>
            <a:off x="337688" y="2636757"/>
            <a:ext cx="502200" cy="5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04</a:t>
            </a:r>
            <a:endParaRPr sz="24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>
            <a:spLocks noGrp="1"/>
          </p:cNvSpPr>
          <p:nvPr>
            <p:ph type="title"/>
          </p:nvPr>
        </p:nvSpPr>
        <p:spPr>
          <a:xfrm>
            <a:off x="180000" y="307450"/>
            <a:ext cx="878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Results:</a:t>
            </a:r>
            <a:endParaRPr/>
          </a:p>
        </p:txBody>
      </p:sp>
      <p:pic>
        <p:nvPicPr>
          <p:cNvPr id="113" name="Google Shape;11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325" y="790850"/>
            <a:ext cx="4431150" cy="353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74775" y="790838"/>
            <a:ext cx="4186450" cy="330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>
            <a:spLocks noGrp="1"/>
          </p:cNvSpPr>
          <p:nvPr>
            <p:ph type="title"/>
          </p:nvPr>
        </p:nvSpPr>
        <p:spPr>
          <a:xfrm>
            <a:off x="180000" y="307450"/>
            <a:ext cx="878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0" name="Google Shape;12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294953"/>
            <a:ext cx="4494176" cy="2848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94175" y="0"/>
            <a:ext cx="4571999" cy="28979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525" y="1251475"/>
            <a:ext cx="4288963" cy="264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43903" y="1152350"/>
            <a:ext cx="4300097" cy="2640551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2"/>
          <p:cNvSpPr txBox="1"/>
          <p:nvPr/>
        </p:nvSpPr>
        <p:spPr>
          <a:xfrm>
            <a:off x="753450" y="0"/>
            <a:ext cx="2516400" cy="7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Neutral</a:t>
            </a:r>
            <a:endParaRPr sz="34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9" name="Google Shape;129;p22"/>
          <p:cNvSpPr txBox="1"/>
          <p:nvPr/>
        </p:nvSpPr>
        <p:spPr>
          <a:xfrm>
            <a:off x="6234825" y="102875"/>
            <a:ext cx="1379100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Fear</a:t>
            </a:r>
            <a:endParaRPr sz="34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30" name="Google Shape;130;p22"/>
          <p:cNvSpPr/>
          <p:nvPr/>
        </p:nvSpPr>
        <p:spPr>
          <a:xfrm rot="-5400000" flipH="1">
            <a:off x="3765332" y="1720286"/>
            <a:ext cx="2322739" cy="5659564"/>
          </a:xfrm>
          <a:custGeom>
            <a:avLst/>
            <a:gdLst/>
            <a:ahLst/>
            <a:cxnLst/>
            <a:rect l="l" t="t" r="r" b="b"/>
            <a:pathLst>
              <a:path w="9210" h="22441" extrusionOk="0">
                <a:moveTo>
                  <a:pt x="7361" y="585"/>
                </a:moveTo>
                <a:cubicBezTo>
                  <a:pt x="7946" y="585"/>
                  <a:pt x="8423" y="1062"/>
                  <a:pt x="8423" y="1647"/>
                </a:cubicBezTo>
                <a:lnTo>
                  <a:pt x="8423" y="11238"/>
                </a:lnTo>
                <a:cubicBezTo>
                  <a:pt x="8423" y="11865"/>
                  <a:pt x="7920" y="12381"/>
                  <a:pt x="7280" y="12381"/>
                </a:cubicBezTo>
                <a:cubicBezTo>
                  <a:pt x="6653" y="12381"/>
                  <a:pt x="6137" y="11865"/>
                  <a:pt x="6137" y="11238"/>
                </a:cubicBezTo>
                <a:lnTo>
                  <a:pt x="6137" y="10314"/>
                </a:lnTo>
                <a:cubicBezTo>
                  <a:pt x="6803" y="10193"/>
                  <a:pt x="7361" y="9687"/>
                  <a:pt x="7511" y="8982"/>
                </a:cubicBezTo>
                <a:cubicBezTo>
                  <a:pt x="7551" y="8831"/>
                  <a:pt x="7443" y="8668"/>
                  <a:pt x="7293" y="8642"/>
                </a:cubicBezTo>
                <a:cubicBezTo>
                  <a:pt x="7266" y="8635"/>
                  <a:pt x="7240" y="8632"/>
                  <a:pt x="7215" y="8632"/>
                </a:cubicBezTo>
                <a:cubicBezTo>
                  <a:pt x="7084" y="8632"/>
                  <a:pt x="6973" y="8721"/>
                  <a:pt x="6940" y="8858"/>
                </a:cubicBezTo>
                <a:cubicBezTo>
                  <a:pt x="6822" y="9399"/>
                  <a:pt x="6348" y="9757"/>
                  <a:pt x="5820" y="9757"/>
                </a:cubicBezTo>
                <a:cubicBezTo>
                  <a:pt x="5736" y="9757"/>
                  <a:pt x="5650" y="9748"/>
                  <a:pt x="5565" y="9729"/>
                </a:cubicBezTo>
                <a:lnTo>
                  <a:pt x="5470" y="9729"/>
                </a:lnTo>
                <a:cubicBezTo>
                  <a:pt x="4654" y="9566"/>
                  <a:pt x="4027" y="8844"/>
                  <a:pt x="4027" y="7989"/>
                </a:cubicBezTo>
                <a:cubicBezTo>
                  <a:pt x="4027" y="7061"/>
                  <a:pt x="4735" y="6300"/>
                  <a:pt x="5634" y="6219"/>
                </a:cubicBezTo>
                <a:lnTo>
                  <a:pt x="5634" y="6313"/>
                </a:lnTo>
                <a:cubicBezTo>
                  <a:pt x="5634" y="7198"/>
                  <a:pt x="6339" y="7907"/>
                  <a:pt x="7224" y="7907"/>
                </a:cubicBezTo>
                <a:cubicBezTo>
                  <a:pt x="7387" y="7907"/>
                  <a:pt x="7524" y="7783"/>
                  <a:pt x="7524" y="7620"/>
                </a:cubicBezTo>
                <a:cubicBezTo>
                  <a:pt x="7524" y="7456"/>
                  <a:pt x="7387" y="7319"/>
                  <a:pt x="7224" y="7319"/>
                </a:cubicBezTo>
                <a:cubicBezTo>
                  <a:pt x="6666" y="7319"/>
                  <a:pt x="6218" y="6872"/>
                  <a:pt x="6218" y="6313"/>
                </a:cubicBezTo>
                <a:cubicBezTo>
                  <a:pt x="6218" y="5755"/>
                  <a:pt x="6666" y="5308"/>
                  <a:pt x="7224" y="5308"/>
                </a:cubicBezTo>
                <a:cubicBezTo>
                  <a:pt x="7387" y="5308"/>
                  <a:pt x="7524" y="5170"/>
                  <a:pt x="7524" y="5007"/>
                </a:cubicBezTo>
                <a:cubicBezTo>
                  <a:pt x="7524" y="4844"/>
                  <a:pt x="7387" y="4707"/>
                  <a:pt x="7224" y="4707"/>
                </a:cubicBezTo>
                <a:cubicBezTo>
                  <a:pt x="6597" y="4707"/>
                  <a:pt x="6042" y="5089"/>
                  <a:pt x="5781" y="5621"/>
                </a:cubicBezTo>
                <a:cubicBezTo>
                  <a:pt x="4491" y="5634"/>
                  <a:pt x="3442" y="6682"/>
                  <a:pt x="3442" y="7989"/>
                </a:cubicBezTo>
                <a:cubicBezTo>
                  <a:pt x="3442" y="9197"/>
                  <a:pt x="4366" y="10206"/>
                  <a:pt x="5552" y="10340"/>
                </a:cubicBezTo>
                <a:lnTo>
                  <a:pt x="5552" y="11238"/>
                </a:lnTo>
                <a:cubicBezTo>
                  <a:pt x="5552" y="12192"/>
                  <a:pt x="6326" y="12969"/>
                  <a:pt x="7280" y="12969"/>
                </a:cubicBezTo>
                <a:lnTo>
                  <a:pt x="7456" y="12969"/>
                </a:lnTo>
                <a:cubicBezTo>
                  <a:pt x="8096" y="12969"/>
                  <a:pt x="8612" y="13498"/>
                  <a:pt x="8612" y="14138"/>
                </a:cubicBezTo>
                <a:cubicBezTo>
                  <a:pt x="8612" y="14791"/>
                  <a:pt x="8096" y="15307"/>
                  <a:pt x="7456" y="15307"/>
                </a:cubicBezTo>
                <a:cubicBezTo>
                  <a:pt x="7293" y="15307"/>
                  <a:pt x="7155" y="15445"/>
                  <a:pt x="7155" y="15608"/>
                </a:cubicBezTo>
                <a:cubicBezTo>
                  <a:pt x="7155" y="15771"/>
                  <a:pt x="7293" y="15892"/>
                  <a:pt x="7456" y="15892"/>
                </a:cubicBezTo>
                <a:cubicBezTo>
                  <a:pt x="7809" y="15892"/>
                  <a:pt x="8148" y="15784"/>
                  <a:pt x="8423" y="15595"/>
                </a:cubicBezTo>
                <a:lnTo>
                  <a:pt x="8423" y="16274"/>
                </a:lnTo>
                <a:cubicBezTo>
                  <a:pt x="8423" y="16901"/>
                  <a:pt x="7920" y="17417"/>
                  <a:pt x="7280" y="17417"/>
                </a:cubicBezTo>
                <a:cubicBezTo>
                  <a:pt x="7074" y="17417"/>
                  <a:pt x="6884" y="17362"/>
                  <a:pt x="6721" y="17267"/>
                </a:cubicBezTo>
                <a:cubicBezTo>
                  <a:pt x="6695" y="17241"/>
                  <a:pt x="6666" y="17228"/>
                  <a:pt x="6639" y="17215"/>
                </a:cubicBezTo>
                <a:cubicBezTo>
                  <a:pt x="6339" y="17009"/>
                  <a:pt x="6137" y="16656"/>
                  <a:pt x="6137" y="16274"/>
                </a:cubicBezTo>
                <a:lnTo>
                  <a:pt x="6137" y="15036"/>
                </a:lnTo>
                <a:cubicBezTo>
                  <a:pt x="6137" y="14873"/>
                  <a:pt x="6012" y="14736"/>
                  <a:pt x="5849" y="14736"/>
                </a:cubicBezTo>
                <a:cubicBezTo>
                  <a:pt x="5686" y="14736"/>
                  <a:pt x="5552" y="14873"/>
                  <a:pt x="5552" y="15036"/>
                </a:cubicBezTo>
                <a:lnTo>
                  <a:pt x="5552" y="16274"/>
                </a:lnTo>
                <a:cubicBezTo>
                  <a:pt x="5552" y="16562"/>
                  <a:pt x="5634" y="16846"/>
                  <a:pt x="5754" y="17091"/>
                </a:cubicBezTo>
                <a:cubicBezTo>
                  <a:pt x="5604" y="17104"/>
                  <a:pt x="5470" y="17133"/>
                  <a:pt x="5320" y="17198"/>
                </a:cubicBezTo>
                <a:cubicBezTo>
                  <a:pt x="4899" y="17362"/>
                  <a:pt x="4556" y="17688"/>
                  <a:pt x="4379" y="18113"/>
                </a:cubicBezTo>
                <a:cubicBezTo>
                  <a:pt x="4311" y="18260"/>
                  <a:pt x="4379" y="18423"/>
                  <a:pt x="4530" y="18492"/>
                </a:cubicBezTo>
                <a:cubicBezTo>
                  <a:pt x="4572" y="18505"/>
                  <a:pt x="4611" y="18521"/>
                  <a:pt x="4654" y="18521"/>
                </a:cubicBezTo>
                <a:cubicBezTo>
                  <a:pt x="4762" y="18521"/>
                  <a:pt x="4869" y="18452"/>
                  <a:pt x="4912" y="18341"/>
                </a:cubicBezTo>
                <a:cubicBezTo>
                  <a:pt x="5033" y="18070"/>
                  <a:pt x="5265" y="17852"/>
                  <a:pt x="5536" y="17744"/>
                </a:cubicBezTo>
                <a:cubicBezTo>
                  <a:pt x="5673" y="17690"/>
                  <a:pt x="5812" y="17663"/>
                  <a:pt x="5952" y="17663"/>
                </a:cubicBezTo>
                <a:cubicBezTo>
                  <a:pt x="6092" y="17663"/>
                  <a:pt x="6231" y="17690"/>
                  <a:pt x="6368" y="17744"/>
                </a:cubicBezTo>
                <a:cubicBezTo>
                  <a:pt x="6626" y="17907"/>
                  <a:pt x="6953" y="18002"/>
                  <a:pt x="7280" y="18002"/>
                </a:cubicBezTo>
                <a:cubicBezTo>
                  <a:pt x="7727" y="18002"/>
                  <a:pt x="8122" y="17839"/>
                  <a:pt x="8423" y="17567"/>
                </a:cubicBezTo>
                <a:lnTo>
                  <a:pt x="8423" y="20791"/>
                </a:lnTo>
                <a:cubicBezTo>
                  <a:pt x="8423" y="21379"/>
                  <a:pt x="7946" y="21852"/>
                  <a:pt x="7361" y="21852"/>
                </a:cubicBezTo>
                <a:cubicBezTo>
                  <a:pt x="6777" y="21852"/>
                  <a:pt x="6300" y="21379"/>
                  <a:pt x="6300" y="20791"/>
                </a:cubicBezTo>
                <a:lnTo>
                  <a:pt x="6300" y="20356"/>
                </a:lnTo>
                <a:cubicBezTo>
                  <a:pt x="6790" y="20112"/>
                  <a:pt x="7155" y="19648"/>
                  <a:pt x="7237" y="19076"/>
                </a:cubicBezTo>
                <a:cubicBezTo>
                  <a:pt x="7266" y="18913"/>
                  <a:pt x="7142" y="18766"/>
                  <a:pt x="6992" y="18737"/>
                </a:cubicBezTo>
                <a:cubicBezTo>
                  <a:pt x="6977" y="18734"/>
                  <a:pt x="6962" y="18733"/>
                  <a:pt x="6947" y="18733"/>
                </a:cubicBezTo>
                <a:cubicBezTo>
                  <a:pt x="6802" y="18733"/>
                  <a:pt x="6676" y="18845"/>
                  <a:pt x="6653" y="18982"/>
                </a:cubicBezTo>
                <a:cubicBezTo>
                  <a:pt x="6597" y="19377"/>
                  <a:pt x="6352" y="19690"/>
                  <a:pt x="6012" y="19854"/>
                </a:cubicBezTo>
                <a:cubicBezTo>
                  <a:pt x="5986" y="19854"/>
                  <a:pt x="5960" y="19854"/>
                  <a:pt x="5931" y="19867"/>
                </a:cubicBezTo>
                <a:cubicBezTo>
                  <a:pt x="5754" y="19909"/>
                  <a:pt x="5578" y="19935"/>
                  <a:pt x="5402" y="19935"/>
                </a:cubicBezTo>
                <a:cubicBezTo>
                  <a:pt x="4474" y="19935"/>
                  <a:pt x="3700" y="19269"/>
                  <a:pt x="3537" y="18384"/>
                </a:cubicBezTo>
                <a:cubicBezTo>
                  <a:pt x="3563" y="18328"/>
                  <a:pt x="3563" y="18276"/>
                  <a:pt x="3550" y="18221"/>
                </a:cubicBezTo>
                <a:cubicBezTo>
                  <a:pt x="3537" y="18165"/>
                  <a:pt x="3524" y="18113"/>
                  <a:pt x="3511" y="18044"/>
                </a:cubicBezTo>
                <a:lnTo>
                  <a:pt x="3511" y="17920"/>
                </a:lnTo>
                <a:cubicBezTo>
                  <a:pt x="3524" y="17881"/>
                  <a:pt x="3511" y="17839"/>
                  <a:pt x="3494" y="17799"/>
                </a:cubicBezTo>
                <a:cubicBezTo>
                  <a:pt x="3511" y="17104"/>
                  <a:pt x="3971" y="16464"/>
                  <a:pt x="4680" y="16287"/>
                </a:cubicBezTo>
                <a:cubicBezTo>
                  <a:pt x="4843" y="16248"/>
                  <a:pt x="4938" y="16085"/>
                  <a:pt x="4899" y="15935"/>
                </a:cubicBezTo>
                <a:cubicBezTo>
                  <a:pt x="4863" y="15796"/>
                  <a:pt x="4740" y="15707"/>
                  <a:pt x="4604" y="15707"/>
                </a:cubicBezTo>
                <a:cubicBezTo>
                  <a:pt x="4579" y="15707"/>
                  <a:pt x="4555" y="15710"/>
                  <a:pt x="4530" y="15716"/>
                </a:cubicBezTo>
                <a:cubicBezTo>
                  <a:pt x="3674" y="15948"/>
                  <a:pt x="3073" y="16656"/>
                  <a:pt x="2939" y="17473"/>
                </a:cubicBezTo>
                <a:cubicBezTo>
                  <a:pt x="1973" y="17022"/>
                  <a:pt x="1346" y="16055"/>
                  <a:pt x="1346" y="14955"/>
                </a:cubicBezTo>
                <a:lnTo>
                  <a:pt x="1346" y="14749"/>
                </a:lnTo>
                <a:cubicBezTo>
                  <a:pt x="1372" y="14710"/>
                  <a:pt x="1372" y="14667"/>
                  <a:pt x="1372" y="14628"/>
                </a:cubicBezTo>
                <a:lnTo>
                  <a:pt x="1372" y="14520"/>
                </a:lnTo>
                <a:cubicBezTo>
                  <a:pt x="1414" y="14275"/>
                  <a:pt x="1483" y="14031"/>
                  <a:pt x="1590" y="13799"/>
                </a:cubicBezTo>
                <a:cubicBezTo>
                  <a:pt x="1862" y="13335"/>
                  <a:pt x="2368" y="13021"/>
                  <a:pt x="2939" y="13008"/>
                </a:cubicBezTo>
                <a:cubicBezTo>
                  <a:pt x="3103" y="13008"/>
                  <a:pt x="3223" y="12871"/>
                  <a:pt x="3223" y="12724"/>
                </a:cubicBezTo>
                <a:cubicBezTo>
                  <a:pt x="3223" y="12561"/>
                  <a:pt x="3086" y="12424"/>
                  <a:pt x="2923" y="12424"/>
                </a:cubicBezTo>
                <a:cubicBezTo>
                  <a:pt x="2325" y="12437"/>
                  <a:pt x="1767" y="12695"/>
                  <a:pt x="1388" y="13103"/>
                </a:cubicBezTo>
                <a:cubicBezTo>
                  <a:pt x="869" y="12587"/>
                  <a:pt x="585" y="11891"/>
                  <a:pt x="585" y="11157"/>
                </a:cubicBezTo>
                <a:cubicBezTo>
                  <a:pt x="585" y="10967"/>
                  <a:pt x="611" y="10778"/>
                  <a:pt x="637" y="10601"/>
                </a:cubicBezTo>
                <a:cubicBezTo>
                  <a:pt x="666" y="10559"/>
                  <a:pt x="666" y="10533"/>
                  <a:pt x="679" y="10490"/>
                </a:cubicBezTo>
                <a:cubicBezTo>
                  <a:pt x="679" y="10464"/>
                  <a:pt x="679" y="10438"/>
                  <a:pt x="692" y="10409"/>
                </a:cubicBezTo>
                <a:cubicBezTo>
                  <a:pt x="748" y="10177"/>
                  <a:pt x="843" y="9961"/>
                  <a:pt x="950" y="9756"/>
                </a:cubicBezTo>
                <a:cubicBezTo>
                  <a:pt x="1243" y="9354"/>
                  <a:pt x="1734" y="9092"/>
                  <a:pt x="2254" y="9092"/>
                </a:cubicBezTo>
                <a:cubicBezTo>
                  <a:pt x="2313" y="9092"/>
                  <a:pt x="2373" y="9095"/>
                  <a:pt x="2433" y="9102"/>
                </a:cubicBezTo>
                <a:cubicBezTo>
                  <a:pt x="2442" y="9103"/>
                  <a:pt x="2451" y="9104"/>
                  <a:pt x="2460" y="9104"/>
                </a:cubicBezTo>
                <a:cubicBezTo>
                  <a:pt x="2612" y="9104"/>
                  <a:pt x="2747" y="8999"/>
                  <a:pt x="2760" y="8844"/>
                </a:cubicBezTo>
                <a:cubicBezTo>
                  <a:pt x="2789" y="8681"/>
                  <a:pt x="2665" y="8544"/>
                  <a:pt x="2515" y="8518"/>
                </a:cubicBezTo>
                <a:cubicBezTo>
                  <a:pt x="2434" y="8510"/>
                  <a:pt x="2355" y="8507"/>
                  <a:pt x="2276" y="8507"/>
                </a:cubicBezTo>
                <a:cubicBezTo>
                  <a:pt x="1944" y="8507"/>
                  <a:pt x="1631" y="8573"/>
                  <a:pt x="1346" y="8694"/>
                </a:cubicBezTo>
                <a:cubicBezTo>
                  <a:pt x="624" y="7607"/>
                  <a:pt x="761" y="6124"/>
                  <a:pt x="1698" y="5183"/>
                </a:cubicBezTo>
                <a:cubicBezTo>
                  <a:pt x="1960" y="4925"/>
                  <a:pt x="2270" y="4723"/>
                  <a:pt x="2596" y="4586"/>
                </a:cubicBezTo>
                <a:cubicBezTo>
                  <a:pt x="2720" y="4968"/>
                  <a:pt x="2952" y="5321"/>
                  <a:pt x="3266" y="5592"/>
                </a:cubicBezTo>
                <a:cubicBezTo>
                  <a:pt x="3318" y="5634"/>
                  <a:pt x="3387" y="5660"/>
                  <a:pt x="3455" y="5660"/>
                </a:cubicBezTo>
                <a:cubicBezTo>
                  <a:pt x="3537" y="5660"/>
                  <a:pt x="3619" y="5621"/>
                  <a:pt x="3674" y="5553"/>
                </a:cubicBezTo>
                <a:cubicBezTo>
                  <a:pt x="3782" y="5428"/>
                  <a:pt x="3769" y="5252"/>
                  <a:pt x="3645" y="5144"/>
                </a:cubicBezTo>
                <a:cubicBezTo>
                  <a:pt x="3155" y="4723"/>
                  <a:pt x="2992" y="4070"/>
                  <a:pt x="3168" y="3482"/>
                </a:cubicBezTo>
                <a:cubicBezTo>
                  <a:pt x="3210" y="3335"/>
                  <a:pt x="3279" y="3198"/>
                  <a:pt x="3374" y="3061"/>
                </a:cubicBezTo>
                <a:cubicBezTo>
                  <a:pt x="3400" y="3008"/>
                  <a:pt x="3442" y="2953"/>
                  <a:pt x="3481" y="2910"/>
                </a:cubicBezTo>
                <a:cubicBezTo>
                  <a:pt x="3494" y="2884"/>
                  <a:pt x="3511" y="2871"/>
                  <a:pt x="3524" y="2858"/>
                </a:cubicBezTo>
                <a:cubicBezTo>
                  <a:pt x="3550" y="2816"/>
                  <a:pt x="3592" y="2777"/>
                  <a:pt x="3619" y="2734"/>
                </a:cubicBezTo>
                <a:cubicBezTo>
                  <a:pt x="3988" y="2376"/>
                  <a:pt x="4475" y="2189"/>
                  <a:pt x="4968" y="2189"/>
                </a:cubicBezTo>
                <a:cubicBezTo>
                  <a:pt x="5220" y="2189"/>
                  <a:pt x="5475" y="2238"/>
                  <a:pt x="5715" y="2339"/>
                </a:cubicBezTo>
                <a:lnTo>
                  <a:pt x="5715" y="3253"/>
                </a:lnTo>
                <a:cubicBezTo>
                  <a:pt x="5715" y="3417"/>
                  <a:pt x="5849" y="3551"/>
                  <a:pt x="6012" y="3551"/>
                </a:cubicBezTo>
                <a:cubicBezTo>
                  <a:pt x="6176" y="3551"/>
                  <a:pt x="6300" y="3417"/>
                  <a:pt x="6300" y="3253"/>
                </a:cubicBezTo>
                <a:lnTo>
                  <a:pt x="6300" y="2163"/>
                </a:lnTo>
                <a:lnTo>
                  <a:pt x="6300" y="1865"/>
                </a:lnTo>
                <a:lnTo>
                  <a:pt x="6300" y="1647"/>
                </a:lnTo>
                <a:cubicBezTo>
                  <a:pt x="6300" y="1062"/>
                  <a:pt x="6777" y="585"/>
                  <a:pt x="7361" y="585"/>
                </a:cubicBezTo>
                <a:close/>
                <a:moveTo>
                  <a:pt x="7361" y="1"/>
                </a:moveTo>
                <a:cubicBezTo>
                  <a:pt x="6463" y="1"/>
                  <a:pt x="5715" y="735"/>
                  <a:pt x="5715" y="1647"/>
                </a:cubicBezTo>
                <a:lnTo>
                  <a:pt x="5715" y="1715"/>
                </a:lnTo>
                <a:cubicBezTo>
                  <a:pt x="5469" y="1638"/>
                  <a:pt x="5215" y="1600"/>
                  <a:pt x="4962" y="1600"/>
                </a:cubicBezTo>
                <a:cubicBezTo>
                  <a:pt x="4317" y="1600"/>
                  <a:pt x="3679" y="1847"/>
                  <a:pt x="3210" y="2326"/>
                </a:cubicBezTo>
                <a:cubicBezTo>
                  <a:pt x="3086" y="2450"/>
                  <a:pt x="2978" y="2571"/>
                  <a:pt x="2897" y="2708"/>
                </a:cubicBezTo>
                <a:cubicBezTo>
                  <a:pt x="2747" y="2910"/>
                  <a:pt x="2652" y="3142"/>
                  <a:pt x="2583" y="3374"/>
                </a:cubicBezTo>
                <a:cubicBezTo>
                  <a:pt x="2531" y="3580"/>
                  <a:pt x="2489" y="3782"/>
                  <a:pt x="2489" y="3988"/>
                </a:cubicBezTo>
                <a:cubicBezTo>
                  <a:pt x="2041" y="4165"/>
                  <a:pt x="1633" y="4423"/>
                  <a:pt x="1290" y="4762"/>
                </a:cubicBezTo>
                <a:cubicBezTo>
                  <a:pt x="705" y="5334"/>
                  <a:pt x="366" y="6111"/>
                  <a:pt x="310" y="6911"/>
                </a:cubicBezTo>
                <a:cubicBezTo>
                  <a:pt x="258" y="7633"/>
                  <a:pt x="434" y="8342"/>
                  <a:pt x="816" y="8952"/>
                </a:cubicBezTo>
                <a:cubicBezTo>
                  <a:pt x="679" y="9116"/>
                  <a:pt x="555" y="9279"/>
                  <a:pt x="447" y="9458"/>
                </a:cubicBezTo>
                <a:cubicBezTo>
                  <a:pt x="297" y="9687"/>
                  <a:pt x="176" y="9961"/>
                  <a:pt x="121" y="10259"/>
                </a:cubicBezTo>
                <a:cubicBezTo>
                  <a:pt x="39" y="10546"/>
                  <a:pt x="0" y="10846"/>
                  <a:pt x="0" y="11157"/>
                </a:cubicBezTo>
                <a:cubicBezTo>
                  <a:pt x="0" y="12084"/>
                  <a:pt x="379" y="12953"/>
                  <a:pt x="1032" y="13593"/>
                </a:cubicBezTo>
                <a:cubicBezTo>
                  <a:pt x="898" y="13851"/>
                  <a:pt x="816" y="14151"/>
                  <a:pt x="787" y="14465"/>
                </a:cubicBezTo>
                <a:cubicBezTo>
                  <a:pt x="774" y="14628"/>
                  <a:pt x="761" y="14791"/>
                  <a:pt x="761" y="14955"/>
                </a:cubicBezTo>
                <a:cubicBezTo>
                  <a:pt x="761" y="16369"/>
                  <a:pt x="1617" y="17607"/>
                  <a:pt x="2923" y="18113"/>
                </a:cubicBezTo>
                <a:cubicBezTo>
                  <a:pt x="2965" y="19390"/>
                  <a:pt x="3971" y="20438"/>
                  <a:pt x="5238" y="20520"/>
                </a:cubicBezTo>
                <a:cubicBezTo>
                  <a:pt x="5251" y="20520"/>
                  <a:pt x="5278" y="20520"/>
                  <a:pt x="5291" y="20533"/>
                </a:cubicBezTo>
                <a:cubicBezTo>
                  <a:pt x="5372" y="20533"/>
                  <a:pt x="5454" y="20546"/>
                  <a:pt x="5536" y="20546"/>
                </a:cubicBezTo>
                <a:cubicBezTo>
                  <a:pt x="5591" y="20546"/>
                  <a:pt x="5660" y="20546"/>
                  <a:pt x="5715" y="20533"/>
                </a:cubicBezTo>
                <a:lnTo>
                  <a:pt x="5715" y="20791"/>
                </a:lnTo>
                <a:cubicBezTo>
                  <a:pt x="5715" y="21705"/>
                  <a:pt x="6463" y="22440"/>
                  <a:pt x="7361" y="22440"/>
                </a:cubicBezTo>
                <a:cubicBezTo>
                  <a:pt x="8272" y="22440"/>
                  <a:pt x="9020" y="21705"/>
                  <a:pt x="9020" y="20791"/>
                </a:cubicBezTo>
                <a:lnTo>
                  <a:pt x="9020" y="14968"/>
                </a:lnTo>
                <a:cubicBezTo>
                  <a:pt x="9020" y="14955"/>
                  <a:pt x="9007" y="14955"/>
                  <a:pt x="9007" y="14942"/>
                </a:cubicBezTo>
                <a:cubicBezTo>
                  <a:pt x="9144" y="14697"/>
                  <a:pt x="9210" y="14422"/>
                  <a:pt x="9210" y="14138"/>
                </a:cubicBezTo>
                <a:cubicBezTo>
                  <a:pt x="9210" y="13498"/>
                  <a:pt x="8857" y="12927"/>
                  <a:pt x="8328" y="12626"/>
                </a:cubicBezTo>
                <a:cubicBezTo>
                  <a:pt x="8749" y="12300"/>
                  <a:pt x="9020" y="11797"/>
                  <a:pt x="9020" y="11238"/>
                </a:cubicBezTo>
                <a:lnTo>
                  <a:pt x="9020" y="1647"/>
                </a:lnTo>
                <a:cubicBezTo>
                  <a:pt x="9020" y="735"/>
                  <a:pt x="8272" y="1"/>
                  <a:pt x="7361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 txBox="1">
            <a:spLocks noGrp="1"/>
          </p:cNvSpPr>
          <p:nvPr>
            <p:ph type="title"/>
          </p:nvPr>
        </p:nvSpPr>
        <p:spPr>
          <a:xfrm>
            <a:off x="180000" y="307450"/>
            <a:ext cx="878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Visualize some time series</a:t>
            </a:r>
            <a:endParaRPr/>
          </a:p>
        </p:txBody>
      </p:sp>
      <p:pic>
        <p:nvPicPr>
          <p:cNvPr id="136" name="Google Shape;13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2550" y="943100"/>
            <a:ext cx="5005452" cy="40591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>
            <a:spLocks noGrp="1"/>
          </p:cNvSpPr>
          <p:nvPr>
            <p:ph type="ctrTitle"/>
          </p:nvPr>
        </p:nvSpPr>
        <p:spPr>
          <a:xfrm>
            <a:off x="180000" y="338775"/>
            <a:ext cx="6881400" cy="64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Deep Learning </a:t>
            </a:r>
            <a:endParaRPr/>
          </a:p>
        </p:txBody>
      </p:sp>
      <p:sp>
        <p:nvSpPr>
          <p:cNvPr id="142" name="Google Shape;142;p24"/>
          <p:cNvSpPr txBox="1">
            <a:spLocks noGrp="1"/>
          </p:cNvSpPr>
          <p:nvPr>
            <p:ph type="subTitle" idx="1"/>
          </p:nvPr>
        </p:nvSpPr>
        <p:spPr>
          <a:xfrm>
            <a:off x="343000" y="1140250"/>
            <a:ext cx="5573400" cy="166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RNNs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CNNs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LSTMs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DNN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GRU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SVM (ML not DL)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3" name="Google Shape;14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3850" y="301900"/>
            <a:ext cx="3697199" cy="2031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84448" y="2333250"/>
            <a:ext cx="3386599" cy="95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14575" y="3499728"/>
            <a:ext cx="2624349" cy="119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31850" y="3639200"/>
            <a:ext cx="2560650" cy="128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68225" y="3681100"/>
            <a:ext cx="1471168" cy="1196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169900" y="2243339"/>
            <a:ext cx="2901593" cy="113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5"/>
          <p:cNvSpPr txBox="1">
            <a:spLocks noGrp="1"/>
          </p:cNvSpPr>
          <p:nvPr>
            <p:ph type="title"/>
          </p:nvPr>
        </p:nvSpPr>
        <p:spPr>
          <a:xfrm>
            <a:off x="180000" y="307450"/>
            <a:ext cx="878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Deep Learning Results</a:t>
            </a:r>
            <a:endParaRPr/>
          </a:p>
        </p:txBody>
      </p:sp>
      <p:pic>
        <p:nvPicPr>
          <p:cNvPr id="154" name="Google Shape;15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6550" y="1585475"/>
            <a:ext cx="3026875" cy="3239401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5"/>
          <p:cNvSpPr txBox="1"/>
          <p:nvPr/>
        </p:nvSpPr>
        <p:spPr>
          <a:xfrm>
            <a:off x="241525" y="1055075"/>
            <a:ext cx="3778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Fully Connected (Dense) Neural Network</a:t>
            </a:r>
            <a:endParaRPr b="1"/>
          </a:p>
        </p:txBody>
      </p:sp>
      <p:sp>
        <p:nvSpPr>
          <p:cNvPr id="156" name="Google Shape;156;p25"/>
          <p:cNvSpPr txBox="1"/>
          <p:nvPr/>
        </p:nvSpPr>
        <p:spPr>
          <a:xfrm>
            <a:off x="6325200" y="1070525"/>
            <a:ext cx="742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GRU</a:t>
            </a:r>
            <a:endParaRPr sz="1200" b="1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157" name="Google Shape;157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78675" y="1585475"/>
            <a:ext cx="3435558" cy="3239401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5"/>
          <p:cNvSpPr/>
          <p:nvPr/>
        </p:nvSpPr>
        <p:spPr>
          <a:xfrm rot="-7199993" flipH="1">
            <a:off x="8286016" y="3684847"/>
            <a:ext cx="1498334" cy="2557304"/>
          </a:xfrm>
          <a:custGeom>
            <a:avLst/>
            <a:gdLst/>
            <a:ahLst/>
            <a:cxnLst/>
            <a:rect l="l" t="t" r="r" b="b"/>
            <a:pathLst>
              <a:path w="9210" h="22441" extrusionOk="0">
                <a:moveTo>
                  <a:pt x="7361" y="585"/>
                </a:moveTo>
                <a:cubicBezTo>
                  <a:pt x="7946" y="585"/>
                  <a:pt x="8423" y="1062"/>
                  <a:pt x="8423" y="1647"/>
                </a:cubicBezTo>
                <a:lnTo>
                  <a:pt x="8423" y="11238"/>
                </a:lnTo>
                <a:cubicBezTo>
                  <a:pt x="8423" y="11865"/>
                  <a:pt x="7920" y="12381"/>
                  <a:pt x="7280" y="12381"/>
                </a:cubicBezTo>
                <a:cubicBezTo>
                  <a:pt x="6653" y="12381"/>
                  <a:pt x="6137" y="11865"/>
                  <a:pt x="6137" y="11238"/>
                </a:cubicBezTo>
                <a:lnTo>
                  <a:pt x="6137" y="10314"/>
                </a:lnTo>
                <a:cubicBezTo>
                  <a:pt x="6803" y="10193"/>
                  <a:pt x="7361" y="9687"/>
                  <a:pt x="7511" y="8982"/>
                </a:cubicBezTo>
                <a:cubicBezTo>
                  <a:pt x="7551" y="8831"/>
                  <a:pt x="7443" y="8668"/>
                  <a:pt x="7293" y="8642"/>
                </a:cubicBezTo>
                <a:cubicBezTo>
                  <a:pt x="7266" y="8635"/>
                  <a:pt x="7240" y="8632"/>
                  <a:pt x="7215" y="8632"/>
                </a:cubicBezTo>
                <a:cubicBezTo>
                  <a:pt x="7084" y="8632"/>
                  <a:pt x="6973" y="8721"/>
                  <a:pt x="6940" y="8858"/>
                </a:cubicBezTo>
                <a:cubicBezTo>
                  <a:pt x="6822" y="9399"/>
                  <a:pt x="6348" y="9757"/>
                  <a:pt x="5820" y="9757"/>
                </a:cubicBezTo>
                <a:cubicBezTo>
                  <a:pt x="5736" y="9757"/>
                  <a:pt x="5650" y="9748"/>
                  <a:pt x="5565" y="9729"/>
                </a:cubicBezTo>
                <a:lnTo>
                  <a:pt x="5470" y="9729"/>
                </a:lnTo>
                <a:cubicBezTo>
                  <a:pt x="4654" y="9566"/>
                  <a:pt x="4027" y="8844"/>
                  <a:pt x="4027" y="7989"/>
                </a:cubicBezTo>
                <a:cubicBezTo>
                  <a:pt x="4027" y="7061"/>
                  <a:pt x="4735" y="6300"/>
                  <a:pt x="5634" y="6219"/>
                </a:cubicBezTo>
                <a:lnTo>
                  <a:pt x="5634" y="6313"/>
                </a:lnTo>
                <a:cubicBezTo>
                  <a:pt x="5634" y="7198"/>
                  <a:pt x="6339" y="7907"/>
                  <a:pt x="7224" y="7907"/>
                </a:cubicBezTo>
                <a:cubicBezTo>
                  <a:pt x="7387" y="7907"/>
                  <a:pt x="7524" y="7783"/>
                  <a:pt x="7524" y="7620"/>
                </a:cubicBezTo>
                <a:cubicBezTo>
                  <a:pt x="7524" y="7456"/>
                  <a:pt x="7387" y="7319"/>
                  <a:pt x="7224" y="7319"/>
                </a:cubicBezTo>
                <a:cubicBezTo>
                  <a:pt x="6666" y="7319"/>
                  <a:pt x="6218" y="6872"/>
                  <a:pt x="6218" y="6313"/>
                </a:cubicBezTo>
                <a:cubicBezTo>
                  <a:pt x="6218" y="5755"/>
                  <a:pt x="6666" y="5308"/>
                  <a:pt x="7224" y="5308"/>
                </a:cubicBezTo>
                <a:cubicBezTo>
                  <a:pt x="7387" y="5308"/>
                  <a:pt x="7524" y="5170"/>
                  <a:pt x="7524" y="5007"/>
                </a:cubicBezTo>
                <a:cubicBezTo>
                  <a:pt x="7524" y="4844"/>
                  <a:pt x="7387" y="4707"/>
                  <a:pt x="7224" y="4707"/>
                </a:cubicBezTo>
                <a:cubicBezTo>
                  <a:pt x="6597" y="4707"/>
                  <a:pt x="6042" y="5089"/>
                  <a:pt x="5781" y="5621"/>
                </a:cubicBezTo>
                <a:cubicBezTo>
                  <a:pt x="4491" y="5634"/>
                  <a:pt x="3442" y="6682"/>
                  <a:pt x="3442" y="7989"/>
                </a:cubicBezTo>
                <a:cubicBezTo>
                  <a:pt x="3442" y="9197"/>
                  <a:pt x="4366" y="10206"/>
                  <a:pt x="5552" y="10340"/>
                </a:cubicBezTo>
                <a:lnTo>
                  <a:pt x="5552" y="11238"/>
                </a:lnTo>
                <a:cubicBezTo>
                  <a:pt x="5552" y="12192"/>
                  <a:pt x="6326" y="12969"/>
                  <a:pt x="7280" y="12969"/>
                </a:cubicBezTo>
                <a:lnTo>
                  <a:pt x="7456" y="12969"/>
                </a:lnTo>
                <a:cubicBezTo>
                  <a:pt x="8096" y="12969"/>
                  <a:pt x="8612" y="13498"/>
                  <a:pt x="8612" y="14138"/>
                </a:cubicBezTo>
                <a:cubicBezTo>
                  <a:pt x="8612" y="14791"/>
                  <a:pt x="8096" y="15307"/>
                  <a:pt x="7456" y="15307"/>
                </a:cubicBezTo>
                <a:cubicBezTo>
                  <a:pt x="7293" y="15307"/>
                  <a:pt x="7155" y="15445"/>
                  <a:pt x="7155" y="15608"/>
                </a:cubicBezTo>
                <a:cubicBezTo>
                  <a:pt x="7155" y="15771"/>
                  <a:pt x="7293" y="15892"/>
                  <a:pt x="7456" y="15892"/>
                </a:cubicBezTo>
                <a:cubicBezTo>
                  <a:pt x="7809" y="15892"/>
                  <a:pt x="8148" y="15784"/>
                  <a:pt x="8423" y="15595"/>
                </a:cubicBezTo>
                <a:lnTo>
                  <a:pt x="8423" y="16274"/>
                </a:lnTo>
                <a:cubicBezTo>
                  <a:pt x="8423" y="16901"/>
                  <a:pt x="7920" y="17417"/>
                  <a:pt x="7280" y="17417"/>
                </a:cubicBezTo>
                <a:cubicBezTo>
                  <a:pt x="7074" y="17417"/>
                  <a:pt x="6884" y="17362"/>
                  <a:pt x="6721" y="17267"/>
                </a:cubicBezTo>
                <a:cubicBezTo>
                  <a:pt x="6695" y="17241"/>
                  <a:pt x="6666" y="17228"/>
                  <a:pt x="6639" y="17215"/>
                </a:cubicBezTo>
                <a:cubicBezTo>
                  <a:pt x="6339" y="17009"/>
                  <a:pt x="6137" y="16656"/>
                  <a:pt x="6137" y="16274"/>
                </a:cubicBezTo>
                <a:lnTo>
                  <a:pt x="6137" y="15036"/>
                </a:lnTo>
                <a:cubicBezTo>
                  <a:pt x="6137" y="14873"/>
                  <a:pt x="6012" y="14736"/>
                  <a:pt x="5849" y="14736"/>
                </a:cubicBezTo>
                <a:cubicBezTo>
                  <a:pt x="5686" y="14736"/>
                  <a:pt x="5552" y="14873"/>
                  <a:pt x="5552" y="15036"/>
                </a:cubicBezTo>
                <a:lnTo>
                  <a:pt x="5552" y="16274"/>
                </a:lnTo>
                <a:cubicBezTo>
                  <a:pt x="5552" y="16562"/>
                  <a:pt x="5634" y="16846"/>
                  <a:pt x="5754" y="17091"/>
                </a:cubicBezTo>
                <a:cubicBezTo>
                  <a:pt x="5604" y="17104"/>
                  <a:pt x="5470" y="17133"/>
                  <a:pt x="5320" y="17198"/>
                </a:cubicBezTo>
                <a:cubicBezTo>
                  <a:pt x="4899" y="17362"/>
                  <a:pt x="4556" y="17688"/>
                  <a:pt x="4379" y="18113"/>
                </a:cubicBezTo>
                <a:cubicBezTo>
                  <a:pt x="4311" y="18260"/>
                  <a:pt x="4379" y="18423"/>
                  <a:pt x="4530" y="18492"/>
                </a:cubicBezTo>
                <a:cubicBezTo>
                  <a:pt x="4572" y="18505"/>
                  <a:pt x="4611" y="18521"/>
                  <a:pt x="4654" y="18521"/>
                </a:cubicBezTo>
                <a:cubicBezTo>
                  <a:pt x="4762" y="18521"/>
                  <a:pt x="4869" y="18452"/>
                  <a:pt x="4912" y="18341"/>
                </a:cubicBezTo>
                <a:cubicBezTo>
                  <a:pt x="5033" y="18070"/>
                  <a:pt x="5265" y="17852"/>
                  <a:pt x="5536" y="17744"/>
                </a:cubicBezTo>
                <a:cubicBezTo>
                  <a:pt x="5673" y="17690"/>
                  <a:pt x="5812" y="17663"/>
                  <a:pt x="5952" y="17663"/>
                </a:cubicBezTo>
                <a:cubicBezTo>
                  <a:pt x="6092" y="17663"/>
                  <a:pt x="6231" y="17690"/>
                  <a:pt x="6368" y="17744"/>
                </a:cubicBezTo>
                <a:cubicBezTo>
                  <a:pt x="6626" y="17907"/>
                  <a:pt x="6953" y="18002"/>
                  <a:pt x="7280" y="18002"/>
                </a:cubicBezTo>
                <a:cubicBezTo>
                  <a:pt x="7727" y="18002"/>
                  <a:pt x="8122" y="17839"/>
                  <a:pt x="8423" y="17567"/>
                </a:cubicBezTo>
                <a:lnTo>
                  <a:pt x="8423" y="20791"/>
                </a:lnTo>
                <a:cubicBezTo>
                  <a:pt x="8423" y="21379"/>
                  <a:pt x="7946" y="21852"/>
                  <a:pt x="7361" y="21852"/>
                </a:cubicBezTo>
                <a:cubicBezTo>
                  <a:pt x="6777" y="21852"/>
                  <a:pt x="6300" y="21379"/>
                  <a:pt x="6300" y="20791"/>
                </a:cubicBezTo>
                <a:lnTo>
                  <a:pt x="6300" y="20356"/>
                </a:lnTo>
                <a:cubicBezTo>
                  <a:pt x="6790" y="20112"/>
                  <a:pt x="7155" y="19648"/>
                  <a:pt x="7237" y="19076"/>
                </a:cubicBezTo>
                <a:cubicBezTo>
                  <a:pt x="7266" y="18913"/>
                  <a:pt x="7142" y="18766"/>
                  <a:pt x="6992" y="18737"/>
                </a:cubicBezTo>
                <a:cubicBezTo>
                  <a:pt x="6977" y="18734"/>
                  <a:pt x="6962" y="18733"/>
                  <a:pt x="6947" y="18733"/>
                </a:cubicBezTo>
                <a:cubicBezTo>
                  <a:pt x="6802" y="18733"/>
                  <a:pt x="6676" y="18845"/>
                  <a:pt x="6653" y="18982"/>
                </a:cubicBezTo>
                <a:cubicBezTo>
                  <a:pt x="6597" y="19377"/>
                  <a:pt x="6352" y="19690"/>
                  <a:pt x="6012" y="19854"/>
                </a:cubicBezTo>
                <a:cubicBezTo>
                  <a:pt x="5986" y="19854"/>
                  <a:pt x="5960" y="19854"/>
                  <a:pt x="5931" y="19867"/>
                </a:cubicBezTo>
                <a:cubicBezTo>
                  <a:pt x="5754" y="19909"/>
                  <a:pt x="5578" y="19935"/>
                  <a:pt x="5402" y="19935"/>
                </a:cubicBezTo>
                <a:cubicBezTo>
                  <a:pt x="4474" y="19935"/>
                  <a:pt x="3700" y="19269"/>
                  <a:pt x="3537" y="18384"/>
                </a:cubicBezTo>
                <a:cubicBezTo>
                  <a:pt x="3563" y="18328"/>
                  <a:pt x="3563" y="18276"/>
                  <a:pt x="3550" y="18221"/>
                </a:cubicBezTo>
                <a:cubicBezTo>
                  <a:pt x="3537" y="18165"/>
                  <a:pt x="3524" y="18113"/>
                  <a:pt x="3511" y="18044"/>
                </a:cubicBezTo>
                <a:lnTo>
                  <a:pt x="3511" y="17920"/>
                </a:lnTo>
                <a:cubicBezTo>
                  <a:pt x="3524" y="17881"/>
                  <a:pt x="3511" y="17839"/>
                  <a:pt x="3494" y="17799"/>
                </a:cubicBezTo>
                <a:cubicBezTo>
                  <a:pt x="3511" y="17104"/>
                  <a:pt x="3971" y="16464"/>
                  <a:pt x="4680" y="16287"/>
                </a:cubicBezTo>
                <a:cubicBezTo>
                  <a:pt x="4843" y="16248"/>
                  <a:pt x="4938" y="16085"/>
                  <a:pt x="4899" y="15935"/>
                </a:cubicBezTo>
                <a:cubicBezTo>
                  <a:pt x="4863" y="15796"/>
                  <a:pt x="4740" y="15707"/>
                  <a:pt x="4604" y="15707"/>
                </a:cubicBezTo>
                <a:cubicBezTo>
                  <a:pt x="4579" y="15707"/>
                  <a:pt x="4555" y="15710"/>
                  <a:pt x="4530" y="15716"/>
                </a:cubicBezTo>
                <a:cubicBezTo>
                  <a:pt x="3674" y="15948"/>
                  <a:pt x="3073" y="16656"/>
                  <a:pt x="2939" y="17473"/>
                </a:cubicBezTo>
                <a:cubicBezTo>
                  <a:pt x="1973" y="17022"/>
                  <a:pt x="1346" y="16055"/>
                  <a:pt x="1346" y="14955"/>
                </a:cubicBezTo>
                <a:lnTo>
                  <a:pt x="1346" y="14749"/>
                </a:lnTo>
                <a:cubicBezTo>
                  <a:pt x="1372" y="14710"/>
                  <a:pt x="1372" y="14667"/>
                  <a:pt x="1372" y="14628"/>
                </a:cubicBezTo>
                <a:lnTo>
                  <a:pt x="1372" y="14520"/>
                </a:lnTo>
                <a:cubicBezTo>
                  <a:pt x="1414" y="14275"/>
                  <a:pt x="1483" y="14031"/>
                  <a:pt x="1590" y="13799"/>
                </a:cubicBezTo>
                <a:cubicBezTo>
                  <a:pt x="1862" y="13335"/>
                  <a:pt x="2368" y="13021"/>
                  <a:pt x="2939" y="13008"/>
                </a:cubicBezTo>
                <a:cubicBezTo>
                  <a:pt x="3103" y="13008"/>
                  <a:pt x="3223" y="12871"/>
                  <a:pt x="3223" y="12724"/>
                </a:cubicBezTo>
                <a:cubicBezTo>
                  <a:pt x="3223" y="12561"/>
                  <a:pt x="3086" y="12424"/>
                  <a:pt x="2923" y="12424"/>
                </a:cubicBezTo>
                <a:cubicBezTo>
                  <a:pt x="2325" y="12437"/>
                  <a:pt x="1767" y="12695"/>
                  <a:pt x="1388" y="13103"/>
                </a:cubicBezTo>
                <a:cubicBezTo>
                  <a:pt x="869" y="12587"/>
                  <a:pt x="585" y="11891"/>
                  <a:pt x="585" y="11157"/>
                </a:cubicBezTo>
                <a:cubicBezTo>
                  <a:pt x="585" y="10967"/>
                  <a:pt x="611" y="10778"/>
                  <a:pt x="637" y="10601"/>
                </a:cubicBezTo>
                <a:cubicBezTo>
                  <a:pt x="666" y="10559"/>
                  <a:pt x="666" y="10533"/>
                  <a:pt x="679" y="10490"/>
                </a:cubicBezTo>
                <a:cubicBezTo>
                  <a:pt x="679" y="10464"/>
                  <a:pt x="679" y="10438"/>
                  <a:pt x="692" y="10409"/>
                </a:cubicBezTo>
                <a:cubicBezTo>
                  <a:pt x="748" y="10177"/>
                  <a:pt x="843" y="9961"/>
                  <a:pt x="950" y="9756"/>
                </a:cubicBezTo>
                <a:cubicBezTo>
                  <a:pt x="1243" y="9354"/>
                  <a:pt x="1734" y="9092"/>
                  <a:pt x="2254" y="9092"/>
                </a:cubicBezTo>
                <a:cubicBezTo>
                  <a:pt x="2313" y="9092"/>
                  <a:pt x="2373" y="9095"/>
                  <a:pt x="2433" y="9102"/>
                </a:cubicBezTo>
                <a:cubicBezTo>
                  <a:pt x="2442" y="9103"/>
                  <a:pt x="2451" y="9104"/>
                  <a:pt x="2460" y="9104"/>
                </a:cubicBezTo>
                <a:cubicBezTo>
                  <a:pt x="2612" y="9104"/>
                  <a:pt x="2747" y="8999"/>
                  <a:pt x="2760" y="8844"/>
                </a:cubicBezTo>
                <a:cubicBezTo>
                  <a:pt x="2789" y="8681"/>
                  <a:pt x="2665" y="8544"/>
                  <a:pt x="2515" y="8518"/>
                </a:cubicBezTo>
                <a:cubicBezTo>
                  <a:pt x="2434" y="8510"/>
                  <a:pt x="2355" y="8507"/>
                  <a:pt x="2276" y="8507"/>
                </a:cubicBezTo>
                <a:cubicBezTo>
                  <a:pt x="1944" y="8507"/>
                  <a:pt x="1631" y="8573"/>
                  <a:pt x="1346" y="8694"/>
                </a:cubicBezTo>
                <a:cubicBezTo>
                  <a:pt x="624" y="7607"/>
                  <a:pt x="761" y="6124"/>
                  <a:pt x="1698" y="5183"/>
                </a:cubicBezTo>
                <a:cubicBezTo>
                  <a:pt x="1960" y="4925"/>
                  <a:pt x="2270" y="4723"/>
                  <a:pt x="2596" y="4586"/>
                </a:cubicBezTo>
                <a:cubicBezTo>
                  <a:pt x="2720" y="4968"/>
                  <a:pt x="2952" y="5321"/>
                  <a:pt x="3266" y="5592"/>
                </a:cubicBezTo>
                <a:cubicBezTo>
                  <a:pt x="3318" y="5634"/>
                  <a:pt x="3387" y="5660"/>
                  <a:pt x="3455" y="5660"/>
                </a:cubicBezTo>
                <a:cubicBezTo>
                  <a:pt x="3537" y="5660"/>
                  <a:pt x="3619" y="5621"/>
                  <a:pt x="3674" y="5553"/>
                </a:cubicBezTo>
                <a:cubicBezTo>
                  <a:pt x="3782" y="5428"/>
                  <a:pt x="3769" y="5252"/>
                  <a:pt x="3645" y="5144"/>
                </a:cubicBezTo>
                <a:cubicBezTo>
                  <a:pt x="3155" y="4723"/>
                  <a:pt x="2992" y="4070"/>
                  <a:pt x="3168" y="3482"/>
                </a:cubicBezTo>
                <a:cubicBezTo>
                  <a:pt x="3210" y="3335"/>
                  <a:pt x="3279" y="3198"/>
                  <a:pt x="3374" y="3061"/>
                </a:cubicBezTo>
                <a:cubicBezTo>
                  <a:pt x="3400" y="3008"/>
                  <a:pt x="3442" y="2953"/>
                  <a:pt x="3481" y="2910"/>
                </a:cubicBezTo>
                <a:cubicBezTo>
                  <a:pt x="3494" y="2884"/>
                  <a:pt x="3511" y="2871"/>
                  <a:pt x="3524" y="2858"/>
                </a:cubicBezTo>
                <a:cubicBezTo>
                  <a:pt x="3550" y="2816"/>
                  <a:pt x="3592" y="2777"/>
                  <a:pt x="3619" y="2734"/>
                </a:cubicBezTo>
                <a:cubicBezTo>
                  <a:pt x="3988" y="2376"/>
                  <a:pt x="4475" y="2189"/>
                  <a:pt x="4968" y="2189"/>
                </a:cubicBezTo>
                <a:cubicBezTo>
                  <a:pt x="5220" y="2189"/>
                  <a:pt x="5475" y="2238"/>
                  <a:pt x="5715" y="2339"/>
                </a:cubicBezTo>
                <a:lnTo>
                  <a:pt x="5715" y="3253"/>
                </a:lnTo>
                <a:cubicBezTo>
                  <a:pt x="5715" y="3417"/>
                  <a:pt x="5849" y="3551"/>
                  <a:pt x="6012" y="3551"/>
                </a:cubicBezTo>
                <a:cubicBezTo>
                  <a:pt x="6176" y="3551"/>
                  <a:pt x="6300" y="3417"/>
                  <a:pt x="6300" y="3253"/>
                </a:cubicBezTo>
                <a:lnTo>
                  <a:pt x="6300" y="2163"/>
                </a:lnTo>
                <a:lnTo>
                  <a:pt x="6300" y="1865"/>
                </a:lnTo>
                <a:lnTo>
                  <a:pt x="6300" y="1647"/>
                </a:lnTo>
                <a:cubicBezTo>
                  <a:pt x="6300" y="1062"/>
                  <a:pt x="6777" y="585"/>
                  <a:pt x="7361" y="585"/>
                </a:cubicBezTo>
                <a:close/>
                <a:moveTo>
                  <a:pt x="7361" y="1"/>
                </a:moveTo>
                <a:cubicBezTo>
                  <a:pt x="6463" y="1"/>
                  <a:pt x="5715" y="735"/>
                  <a:pt x="5715" y="1647"/>
                </a:cubicBezTo>
                <a:lnTo>
                  <a:pt x="5715" y="1715"/>
                </a:lnTo>
                <a:cubicBezTo>
                  <a:pt x="5469" y="1638"/>
                  <a:pt x="5215" y="1600"/>
                  <a:pt x="4962" y="1600"/>
                </a:cubicBezTo>
                <a:cubicBezTo>
                  <a:pt x="4317" y="1600"/>
                  <a:pt x="3679" y="1847"/>
                  <a:pt x="3210" y="2326"/>
                </a:cubicBezTo>
                <a:cubicBezTo>
                  <a:pt x="3086" y="2450"/>
                  <a:pt x="2978" y="2571"/>
                  <a:pt x="2897" y="2708"/>
                </a:cubicBezTo>
                <a:cubicBezTo>
                  <a:pt x="2747" y="2910"/>
                  <a:pt x="2652" y="3142"/>
                  <a:pt x="2583" y="3374"/>
                </a:cubicBezTo>
                <a:cubicBezTo>
                  <a:pt x="2531" y="3580"/>
                  <a:pt x="2489" y="3782"/>
                  <a:pt x="2489" y="3988"/>
                </a:cubicBezTo>
                <a:cubicBezTo>
                  <a:pt x="2041" y="4165"/>
                  <a:pt x="1633" y="4423"/>
                  <a:pt x="1290" y="4762"/>
                </a:cubicBezTo>
                <a:cubicBezTo>
                  <a:pt x="705" y="5334"/>
                  <a:pt x="366" y="6111"/>
                  <a:pt x="310" y="6911"/>
                </a:cubicBezTo>
                <a:cubicBezTo>
                  <a:pt x="258" y="7633"/>
                  <a:pt x="434" y="8342"/>
                  <a:pt x="816" y="8952"/>
                </a:cubicBezTo>
                <a:cubicBezTo>
                  <a:pt x="679" y="9116"/>
                  <a:pt x="555" y="9279"/>
                  <a:pt x="447" y="9458"/>
                </a:cubicBezTo>
                <a:cubicBezTo>
                  <a:pt x="297" y="9687"/>
                  <a:pt x="176" y="9961"/>
                  <a:pt x="121" y="10259"/>
                </a:cubicBezTo>
                <a:cubicBezTo>
                  <a:pt x="39" y="10546"/>
                  <a:pt x="0" y="10846"/>
                  <a:pt x="0" y="11157"/>
                </a:cubicBezTo>
                <a:cubicBezTo>
                  <a:pt x="0" y="12084"/>
                  <a:pt x="379" y="12953"/>
                  <a:pt x="1032" y="13593"/>
                </a:cubicBezTo>
                <a:cubicBezTo>
                  <a:pt x="898" y="13851"/>
                  <a:pt x="816" y="14151"/>
                  <a:pt x="787" y="14465"/>
                </a:cubicBezTo>
                <a:cubicBezTo>
                  <a:pt x="774" y="14628"/>
                  <a:pt x="761" y="14791"/>
                  <a:pt x="761" y="14955"/>
                </a:cubicBezTo>
                <a:cubicBezTo>
                  <a:pt x="761" y="16369"/>
                  <a:pt x="1617" y="17607"/>
                  <a:pt x="2923" y="18113"/>
                </a:cubicBezTo>
                <a:cubicBezTo>
                  <a:pt x="2965" y="19390"/>
                  <a:pt x="3971" y="20438"/>
                  <a:pt x="5238" y="20520"/>
                </a:cubicBezTo>
                <a:cubicBezTo>
                  <a:pt x="5251" y="20520"/>
                  <a:pt x="5278" y="20520"/>
                  <a:pt x="5291" y="20533"/>
                </a:cubicBezTo>
                <a:cubicBezTo>
                  <a:pt x="5372" y="20533"/>
                  <a:pt x="5454" y="20546"/>
                  <a:pt x="5536" y="20546"/>
                </a:cubicBezTo>
                <a:cubicBezTo>
                  <a:pt x="5591" y="20546"/>
                  <a:pt x="5660" y="20546"/>
                  <a:pt x="5715" y="20533"/>
                </a:cubicBezTo>
                <a:lnTo>
                  <a:pt x="5715" y="20791"/>
                </a:lnTo>
                <a:cubicBezTo>
                  <a:pt x="5715" y="21705"/>
                  <a:pt x="6463" y="22440"/>
                  <a:pt x="7361" y="22440"/>
                </a:cubicBezTo>
                <a:cubicBezTo>
                  <a:pt x="8272" y="22440"/>
                  <a:pt x="9020" y="21705"/>
                  <a:pt x="9020" y="20791"/>
                </a:cubicBezTo>
                <a:lnTo>
                  <a:pt x="9020" y="14968"/>
                </a:lnTo>
                <a:cubicBezTo>
                  <a:pt x="9020" y="14955"/>
                  <a:pt x="9007" y="14955"/>
                  <a:pt x="9007" y="14942"/>
                </a:cubicBezTo>
                <a:cubicBezTo>
                  <a:pt x="9144" y="14697"/>
                  <a:pt x="9210" y="14422"/>
                  <a:pt x="9210" y="14138"/>
                </a:cubicBezTo>
                <a:cubicBezTo>
                  <a:pt x="9210" y="13498"/>
                  <a:pt x="8857" y="12927"/>
                  <a:pt x="8328" y="12626"/>
                </a:cubicBezTo>
                <a:cubicBezTo>
                  <a:pt x="8749" y="12300"/>
                  <a:pt x="9020" y="11797"/>
                  <a:pt x="9020" y="11238"/>
                </a:cubicBezTo>
                <a:lnTo>
                  <a:pt x="9020" y="1647"/>
                </a:lnTo>
                <a:cubicBezTo>
                  <a:pt x="9020" y="735"/>
                  <a:pt x="8272" y="1"/>
                  <a:pt x="7361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25"/>
          <p:cNvSpPr/>
          <p:nvPr/>
        </p:nvSpPr>
        <p:spPr>
          <a:xfrm rot="2700000" flipH="1">
            <a:off x="-247820" y="-1098655"/>
            <a:ext cx="1498320" cy="2557316"/>
          </a:xfrm>
          <a:custGeom>
            <a:avLst/>
            <a:gdLst/>
            <a:ahLst/>
            <a:cxnLst/>
            <a:rect l="l" t="t" r="r" b="b"/>
            <a:pathLst>
              <a:path w="9210" h="22441" extrusionOk="0">
                <a:moveTo>
                  <a:pt x="7361" y="585"/>
                </a:moveTo>
                <a:cubicBezTo>
                  <a:pt x="7946" y="585"/>
                  <a:pt x="8423" y="1062"/>
                  <a:pt x="8423" y="1647"/>
                </a:cubicBezTo>
                <a:lnTo>
                  <a:pt x="8423" y="11238"/>
                </a:lnTo>
                <a:cubicBezTo>
                  <a:pt x="8423" y="11865"/>
                  <a:pt x="7920" y="12381"/>
                  <a:pt x="7280" y="12381"/>
                </a:cubicBezTo>
                <a:cubicBezTo>
                  <a:pt x="6653" y="12381"/>
                  <a:pt x="6137" y="11865"/>
                  <a:pt x="6137" y="11238"/>
                </a:cubicBezTo>
                <a:lnTo>
                  <a:pt x="6137" y="10314"/>
                </a:lnTo>
                <a:cubicBezTo>
                  <a:pt x="6803" y="10193"/>
                  <a:pt x="7361" y="9687"/>
                  <a:pt x="7511" y="8982"/>
                </a:cubicBezTo>
                <a:cubicBezTo>
                  <a:pt x="7551" y="8831"/>
                  <a:pt x="7443" y="8668"/>
                  <a:pt x="7293" y="8642"/>
                </a:cubicBezTo>
                <a:cubicBezTo>
                  <a:pt x="7266" y="8635"/>
                  <a:pt x="7240" y="8632"/>
                  <a:pt x="7215" y="8632"/>
                </a:cubicBezTo>
                <a:cubicBezTo>
                  <a:pt x="7084" y="8632"/>
                  <a:pt x="6973" y="8721"/>
                  <a:pt x="6940" y="8858"/>
                </a:cubicBezTo>
                <a:cubicBezTo>
                  <a:pt x="6822" y="9399"/>
                  <a:pt x="6348" y="9757"/>
                  <a:pt x="5820" y="9757"/>
                </a:cubicBezTo>
                <a:cubicBezTo>
                  <a:pt x="5736" y="9757"/>
                  <a:pt x="5650" y="9748"/>
                  <a:pt x="5565" y="9729"/>
                </a:cubicBezTo>
                <a:lnTo>
                  <a:pt x="5470" y="9729"/>
                </a:lnTo>
                <a:cubicBezTo>
                  <a:pt x="4654" y="9566"/>
                  <a:pt x="4027" y="8844"/>
                  <a:pt x="4027" y="7989"/>
                </a:cubicBezTo>
                <a:cubicBezTo>
                  <a:pt x="4027" y="7061"/>
                  <a:pt x="4735" y="6300"/>
                  <a:pt x="5634" y="6219"/>
                </a:cubicBezTo>
                <a:lnTo>
                  <a:pt x="5634" y="6313"/>
                </a:lnTo>
                <a:cubicBezTo>
                  <a:pt x="5634" y="7198"/>
                  <a:pt x="6339" y="7907"/>
                  <a:pt x="7224" y="7907"/>
                </a:cubicBezTo>
                <a:cubicBezTo>
                  <a:pt x="7387" y="7907"/>
                  <a:pt x="7524" y="7783"/>
                  <a:pt x="7524" y="7620"/>
                </a:cubicBezTo>
                <a:cubicBezTo>
                  <a:pt x="7524" y="7456"/>
                  <a:pt x="7387" y="7319"/>
                  <a:pt x="7224" y="7319"/>
                </a:cubicBezTo>
                <a:cubicBezTo>
                  <a:pt x="6666" y="7319"/>
                  <a:pt x="6218" y="6872"/>
                  <a:pt x="6218" y="6313"/>
                </a:cubicBezTo>
                <a:cubicBezTo>
                  <a:pt x="6218" y="5755"/>
                  <a:pt x="6666" y="5308"/>
                  <a:pt x="7224" y="5308"/>
                </a:cubicBezTo>
                <a:cubicBezTo>
                  <a:pt x="7387" y="5308"/>
                  <a:pt x="7524" y="5170"/>
                  <a:pt x="7524" y="5007"/>
                </a:cubicBezTo>
                <a:cubicBezTo>
                  <a:pt x="7524" y="4844"/>
                  <a:pt x="7387" y="4707"/>
                  <a:pt x="7224" y="4707"/>
                </a:cubicBezTo>
                <a:cubicBezTo>
                  <a:pt x="6597" y="4707"/>
                  <a:pt x="6042" y="5089"/>
                  <a:pt x="5781" y="5621"/>
                </a:cubicBezTo>
                <a:cubicBezTo>
                  <a:pt x="4491" y="5634"/>
                  <a:pt x="3442" y="6682"/>
                  <a:pt x="3442" y="7989"/>
                </a:cubicBezTo>
                <a:cubicBezTo>
                  <a:pt x="3442" y="9197"/>
                  <a:pt x="4366" y="10206"/>
                  <a:pt x="5552" y="10340"/>
                </a:cubicBezTo>
                <a:lnTo>
                  <a:pt x="5552" y="11238"/>
                </a:lnTo>
                <a:cubicBezTo>
                  <a:pt x="5552" y="12192"/>
                  <a:pt x="6326" y="12969"/>
                  <a:pt x="7280" y="12969"/>
                </a:cubicBezTo>
                <a:lnTo>
                  <a:pt x="7456" y="12969"/>
                </a:lnTo>
                <a:cubicBezTo>
                  <a:pt x="8096" y="12969"/>
                  <a:pt x="8612" y="13498"/>
                  <a:pt x="8612" y="14138"/>
                </a:cubicBezTo>
                <a:cubicBezTo>
                  <a:pt x="8612" y="14791"/>
                  <a:pt x="8096" y="15307"/>
                  <a:pt x="7456" y="15307"/>
                </a:cubicBezTo>
                <a:cubicBezTo>
                  <a:pt x="7293" y="15307"/>
                  <a:pt x="7155" y="15445"/>
                  <a:pt x="7155" y="15608"/>
                </a:cubicBezTo>
                <a:cubicBezTo>
                  <a:pt x="7155" y="15771"/>
                  <a:pt x="7293" y="15892"/>
                  <a:pt x="7456" y="15892"/>
                </a:cubicBezTo>
                <a:cubicBezTo>
                  <a:pt x="7809" y="15892"/>
                  <a:pt x="8148" y="15784"/>
                  <a:pt x="8423" y="15595"/>
                </a:cubicBezTo>
                <a:lnTo>
                  <a:pt x="8423" y="16274"/>
                </a:lnTo>
                <a:cubicBezTo>
                  <a:pt x="8423" y="16901"/>
                  <a:pt x="7920" y="17417"/>
                  <a:pt x="7280" y="17417"/>
                </a:cubicBezTo>
                <a:cubicBezTo>
                  <a:pt x="7074" y="17417"/>
                  <a:pt x="6884" y="17362"/>
                  <a:pt x="6721" y="17267"/>
                </a:cubicBezTo>
                <a:cubicBezTo>
                  <a:pt x="6695" y="17241"/>
                  <a:pt x="6666" y="17228"/>
                  <a:pt x="6639" y="17215"/>
                </a:cubicBezTo>
                <a:cubicBezTo>
                  <a:pt x="6339" y="17009"/>
                  <a:pt x="6137" y="16656"/>
                  <a:pt x="6137" y="16274"/>
                </a:cubicBezTo>
                <a:lnTo>
                  <a:pt x="6137" y="15036"/>
                </a:lnTo>
                <a:cubicBezTo>
                  <a:pt x="6137" y="14873"/>
                  <a:pt x="6012" y="14736"/>
                  <a:pt x="5849" y="14736"/>
                </a:cubicBezTo>
                <a:cubicBezTo>
                  <a:pt x="5686" y="14736"/>
                  <a:pt x="5552" y="14873"/>
                  <a:pt x="5552" y="15036"/>
                </a:cubicBezTo>
                <a:lnTo>
                  <a:pt x="5552" y="16274"/>
                </a:lnTo>
                <a:cubicBezTo>
                  <a:pt x="5552" y="16562"/>
                  <a:pt x="5634" y="16846"/>
                  <a:pt x="5754" y="17091"/>
                </a:cubicBezTo>
                <a:cubicBezTo>
                  <a:pt x="5604" y="17104"/>
                  <a:pt x="5470" y="17133"/>
                  <a:pt x="5320" y="17198"/>
                </a:cubicBezTo>
                <a:cubicBezTo>
                  <a:pt x="4899" y="17362"/>
                  <a:pt x="4556" y="17688"/>
                  <a:pt x="4379" y="18113"/>
                </a:cubicBezTo>
                <a:cubicBezTo>
                  <a:pt x="4311" y="18260"/>
                  <a:pt x="4379" y="18423"/>
                  <a:pt x="4530" y="18492"/>
                </a:cubicBezTo>
                <a:cubicBezTo>
                  <a:pt x="4572" y="18505"/>
                  <a:pt x="4611" y="18521"/>
                  <a:pt x="4654" y="18521"/>
                </a:cubicBezTo>
                <a:cubicBezTo>
                  <a:pt x="4762" y="18521"/>
                  <a:pt x="4869" y="18452"/>
                  <a:pt x="4912" y="18341"/>
                </a:cubicBezTo>
                <a:cubicBezTo>
                  <a:pt x="5033" y="18070"/>
                  <a:pt x="5265" y="17852"/>
                  <a:pt x="5536" y="17744"/>
                </a:cubicBezTo>
                <a:cubicBezTo>
                  <a:pt x="5673" y="17690"/>
                  <a:pt x="5812" y="17663"/>
                  <a:pt x="5952" y="17663"/>
                </a:cubicBezTo>
                <a:cubicBezTo>
                  <a:pt x="6092" y="17663"/>
                  <a:pt x="6231" y="17690"/>
                  <a:pt x="6368" y="17744"/>
                </a:cubicBezTo>
                <a:cubicBezTo>
                  <a:pt x="6626" y="17907"/>
                  <a:pt x="6953" y="18002"/>
                  <a:pt x="7280" y="18002"/>
                </a:cubicBezTo>
                <a:cubicBezTo>
                  <a:pt x="7727" y="18002"/>
                  <a:pt x="8122" y="17839"/>
                  <a:pt x="8423" y="17567"/>
                </a:cubicBezTo>
                <a:lnTo>
                  <a:pt x="8423" y="20791"/>
                </a:lnTo>
                <a:cubicBezTo>
                  <a:pt x="8423" y="21379"/>
                  <a:pt x="7946" y="21852"/>
                  <a:pt x="7361" y="21852"/>
                </a:cubicBezTo>
                <a:cubicBezTo>
                  <a:pt x="6777" y="21852"/>
                  <a:pt x="6300" y="21379"/>
                  <a:pt x="6300" y="20791"/>
                </a:cubicBezTo>
                <a:lnTo>
                  <a:pt x="6300" y="20356"/>
                </a:lnTo>
                <a:cubicBezTo>
                  <a:pt x="6790" y="20112"/>
                  <a:pt x="7155" y="19648"/>
                  <a:pt x="7237" y="19076"/>
                </a:cubicBezTo>
                <a:cubicBezTo>
                  <a:pt x="7266" y="18913"/>
                  <a:pt x="7142" y="18766"/>
                  <a:pt x="6992" y="18737"/>
                </a:cubicBezTo>
                <a:cubicBezTo>
                  <a:pt x="6977" y="18734"/>
                  <a:pt x="6962" y="18733"/>
                  <a:pt x="6947" y="18733"/>
                </a:cubicBezTo>
                <a:cubicBezTo>
                  <a:pt x="6802" y="18733"/>
                  <a:pt x="6676" y="18845"/>
                  <a:pt x="6653" y="18982"/>
                </a:cubicBezTo>
                <a:cubicBezTo>
                  <a:pt x="6597" y="19377"/>
                  <a:pt x="6352" y="19690"/>
                  <a:pt x="6012" y="19854"/>
                </a:cubicBezTo>
                <a:cubicBezTo>
                  <a:pt x="5986" y="19854"/>
                  <a:pt x="5960" y="19854"/>
                  <a:pt x="5931" y="19867"/>
                </a:cubicBezTo>
                <a:cubicBezTo>
                  <a:pt x="5754" y="19909"/>
                  <a:pt x="5578" y="19935"/>
                  <a:pt x="5402" y="19935"/>
                </a:cubicBezTo>
                <a:cubicBezTo>
                  <a:pt x="4474" y="19935"/>
                  <a:pt x="3700" y="19269"/>
                  <a:pt x="3537" y="18384"/>
                </a:cubicBezTo>
                <a:cubicBezTo>
                  <a:pt x="3563" y="18328"/>
                  <a:pt x="3563" y="18276"/>
                  <a:pt x="3550" y="18221"/>
                </a:cubicBezTo>
                <a:cubicBezTo>
                  <a:pt x="3537" y="18165"/>
                  <a:pt x="3524" y="18113"/>
                  <a:pt x="3511" y="18044"/>
                </a:cubicBezTo>
                <a:lnTo>
                  <a:pt x="3511" y="17920"/>
                </a:lnTo>
                <a:cubicBezTo>
                  <a:pt x="3524" y="17881"/>
                  <a:pt x="3511" y="17839"/>
                  <a:pt x="3494" y="17799"/>
                </a:cubicBezTo>
                <a:cubicBezTo>
                  <a:pt x="3511" y="17104"/>
                  <a:pt x="3971" y="16464"/>
                  <a:pt x="4680" y="16287"/>
                </a:cubicBezTo>
                <a:cubicBezTo>
                  <a:pt x="4843" y="16248"/>
                  <a:pt x="4938" y="16085"/>
                  <a:pt x="4899" y="15935"/>
                </a:cubicBezTo>
                <a:cubicBezTo>
                  <a:pt x="4863" y="15796"/>
                  <a:pt x="4740" y="15707"/>
                  <a:pt x="4604" y="15707"/>
                </a:cubicBezTo>
                <a:cubicBezTo>
                  <a:pt x="4579" y="15707"/>
                  <a:pt x="4555" y="15710"/>
                  <a:pt x="4530" y="15716"/>
                </a:cubicBezTo>
                <a:cubicBezTo>
                  <a:pt x="3674" y="15948"/>
                  <a:pt x="3073" y="16656"/>
                  <a:pt x="2939" y="17473"/>
                </a:cubicBezTo>
                <a:cubicBezTo>
                  <a:pt x="1973" y="17022"/>
                  <a:pt x="1346" y="16055"/>
                  <a:pt x="1346" y="14955"/>
                </a:cubicBezTo>
                <a:lnTo>
                  <a:pt x="1346" y="14749"/>
                </a:lnTo>
                <a:cubicBezTo>
                  <a:pt x="1372" y="14710"/>
                  <a:pt x="1372" y="14667"/>
                  <a:pt x="1372" y="14628"/>
                </a:cubicBezTo>
                <a:lnTo>
                  <a:pt x="1372" y="14520"/>
                </a:lnTo>
                <a:cubicBezTo>
                  <a:pt x="1414" y="14275"/>
                  <a:pt x="1483" y="14031"/>
                  <a:pt x="1590" y="13799"/>
                </a:cubicBezTo>
                <a:cubicBezTo>
                  <a:pt x="1862" y="13335"/>
                  <a:pt x="2368" y="13021"/>
                  <a:pt x="2939" y="13008"/>
                </a:cubicBezTo>
                <a:cubicBezTo>
                  <a:pt x="3103" y="13008"/>
                  <a:pt x="3223" y="12871"/>
                  <a:pt x="3223" y="12724"/>
                </a:cubicBezTo>
                <a:cubicBezTo>
                  <a:pt x="3223" y="12561"/>
                  <a:pt x="3086" y="12424"/>
                  <a:pt x="2923" y="12424"/>
                </a:cubicBezTo>
                <a:cubicBezTo>
                  <a:pt x="2325" y="12437"/>
                  <a:pt x="1767" y="12695"/>
                  <a:pt x="1388" y="13103"/>
                </a:cubicBezTo>
                <a:cubicBezTo>
                  <a:pt x="869" y="12587"/>
                  <a:pt x="585" y="11891"/>
                  <a:pt x="585" y="11157"/>
                </a:cubicBezTo>
                <a:cubicBezTo>
                  <a:pt x="585" y="10967"/>
                  <a:pt x="611" y="10778"/>
                  <a:pt x="637" y="10601"/>
                </a:cubicBezTo>
                <a:cubicBezTo>
                  <a:pt x="666" y="10559"/>
                  <a:pt x="666" y="10533"/>
                  <a:pt x="679" y="10490"/>
                </a:cubicBezTo>
                <a:cubicBezTo>
                  <a:pt x="679" y="10464"/>
                  <a:pt x="679" y="10438"/>
                  <a:pt x="692" y="10409"/>
                </a:cubicBezTo>
                <a:cubicBezTo>
                  <a:pt x="748" y="10177"/>
                  <a:pt x="843" y="9961"/>
                  <a:pt x="950" y="9756"/>
                </a:cubicBezTo>
                <a:cubicBezTo>
                  <a:pt x="1243" y="9354"/>
                  <a:pt x="1734" y="9092"/>
                  <a:pt x="2254" y="9092"/>
                </a:cubicBezTo>
                <a:cubicBezTo>
                  <a:pt x="2313" y="9092"/>
                  <a:pt x="2373" y="9095"/>
                  <a:pt x="2433" y="9102"/>
                </a:cubicBezTo>
                <a:cubicBezTo>
                  <a:pt x="2442" y="9103"/>
                  <a:pt x="2451" y="9104"/>
                  <a:pt x="2460" y="9104"/>
                </a:cubicBezTo>
                <a:cubicBezTo>
                  <a:pt x="2612" y="9104"/>
                  <a:pt x="2747" y="8999"/>
                  <a:pt x="2760" y="8844"/>
                </a:cubicBezTo>
                <a:cubicBezTo>
                  <a:pt x="2789" y="8681"/>
                  <a:pt x="2665" y="8544"/>
                  <a:pt x="2515" y="8518"/>
                </a:cubicBezTo>
                <a:cubicBezTo>
                  <a:pt x="2434" y="8510"/>
                  <a:pt x="2355" y="8507"/>
                  <a:pt x="2276" y="8507"/>
                </a:cubicBezTo>
                <a:cubicBezTo>
                  <a:pt x="1944" y="8507"/>
                  <a:pt x="1631" y="8573"/>
                  <a:pt x="1346" y="8694"/>
                </a:cubicBezTo>
                <a:cubicBezTo>
                  <a:pt x="624" y="7607"/>
                  <a:pt x="761" y="6124"/>
                  <a:pt x="1698" y="5183"/>
                </a:cubicBezTo>
                <a:cubicBezTo>
                  <a:pt x="1960" y="4925"/>
                  <a:pt x="2270" y="4723"/>
                  <a:pt x="2596" y="4586"/>
                </a:cubicBezTo>
                <a:cubicBezTo>
                  <a:pt x="2720" y="4968"/>
                  <a:pt x="2952" y="5321"/>
                  <a:pt x="3266" y="5592"/>
                </a:cubicBezTo>
                <a:cubicBezTo>
                  <a:pt x="3318" y="5634"/>
                  <a:pt x="3387" y="5660"/>
                  <a:pt x="3455" y="5660"/>
                </a:cubicBezTo>
                <a:cubicBezTo>
                  <a:pt x="3537" y="5660"/>
                  <a:pt x="3619" y="5621"/>
                  <a:pt x="3674" y="5553"/>
                </a:cubicBezTo>
                <a:cubicBezTo>
                  <a:pt x="3782" y="5428"/>
                  <a:pt x="3769" y="5252"/>
                  <a:pt x="3645" y="5144"/>
                </a:cubicBezTo>
                <a:cubicBezTo>
                  <a:pt x="3155" y="4723"/>
                  <a:pt x="2992" y="4070"/>
                  <a:pt x="3168" y="3482"/>
                </a:cubicBezTo>
                <a:cubicBezTo>
                  <a:pt x="3210" y="3335"/>
                  <a:pt x="3279" y="3198"/>
                  <a:pt x="3374" y="3061"/>
                </a:cubicBezTo>
                <a:cubicBezTo>
                  <a:pt x="3400" y="3008"/>
                  <a:pt x="3442" y="2953"/>
                  <a:pt x="3481" y="2910"/>
                </a:cubicBezTo>
                <a:cubicBezTo>
                  <a:pt x="3494" y="2884"/>
                  <a:pt x="3511" y="2871"/>
                  <a:pt x="3524" y="2858"/>
                </a:cubicBezTo>
                <a:cubicBezTo>
                  <a:pt x="3550" y="2816"/>
                  <a:pt x="3592" y="2777"/>
                  <a:pt x="3619" y="2734"/>
                </a:cubicBezTo>
                <a:cubicBezTo>
                  <a:pt x="3988" y="2376"/>
                  <a:pt x="4475" y="2189"/>
                  <a:pt x="4968" y="2189"/>
                </a:cubicBezTo>
                <a:cubicBezTo>
                  <a:pt x="5220" y="2189"/>
                  <a:pt x="5475" y="2238"/>
                  <a:pt x="5715" y="2339"/>
                </a:cubicBezTo>
                <a:lnTo>
                  <a:pt x="5715" y="3253"/>
                </a:lnTo>
                <a:cubicBezTo>
                  <a:pt x="5715" y="3417"/>
                  <a:pt x="5849" y="3551"/>
                  <a:pt x="6012" y="3551"/>
                </a:cubicBezTo>
                <a:cubicBezTo>
                  <a:pt x="6176" y="3551"/>
                  <a:pt x="6300" y="3417"/>
                  <a:pt x="6300" y="3253"/>
                </a:cubicBezTo>
                <a:lnTo>
                  <a:pt x="6300" y="2163"/>
                </a:lnTo>
                <a:lnTo>
                  <a:pt x="6300" y="1865"/>
                </a:lnTo>
                <a:lnTo>
                  <a:pt x="6300" y="1647"/>
                </a:lnTo>
                <a:cubicBezTo>
                  <a:pt x="6300" y="1062"/>
                  <a:pt x="6777" y="585"/>
                  <a:pt x="7361" y="585"/>
                </a:cubicBezTo>
                <a:close/>
                <a:moveTo>
                  <a:pt x="7361" y="1"/>
                </a:moveTo>
                <a:cubicBezTo>
                  <a:pt x="6463" y="1"/>
                  <a:pt x="5715" y="735"/>
                  <a:pt x="5715" y="1647"/>
                </a:cubicBezTo>
                <a:lnTo>
                  <a:pt x="5715" y="1715"/>
                </a:lnTo>
                <a:cubicBezTo>
                  <a:pt x="5469" y="1638"/>
                  <a:pt x="5215" y="1600"/>
                  <a:pt x="4962" y="1600"/>
                </a:cubicBezTo>
                <a:cubicBezTo>
                  <a:pt x="4317" y="1600"/>
                  <a:pt x="3679" y="1847"/>
                  <a:pt x="3210" y="2326"/>
                </a:cubicBezTo>
                <a:cubicBezTo>
                  <a:pt x="3086" y="2450"/>
                  <a:pt x="2978" y="2571"/>
                  <a:pt x="2897" y="2708"/>
                </a:cubicBezTo>
                <a:cubicBezTo>
                  <a:pt x="2747" y="2910"/>
                  <a:pt x="2652" y="3142"/>
                  <a:pt x="2583" y="3374"/>
                </a:cubicBezTo>
                <a:cubicBezTo>
                  <a:pt x="2531" y="3580"/>
                  <a:pt x="2489" y="3782"/>
                  <a:pt x="2489" y="3988"/>
                </a:cubicBezTo>
                <a:cubicBezTo>
                  <a:pt x="2041" y="4165"/>
                  <a:pt x="1633" y="4423"/>
                  <a:pt x="1290" y="4762"/>
                </a:cubicBezTo>
                <a:cubicBezTo>
                  <a:pt x="705" y="5334"/>
                  <a:pt x="366" y="6111"/>
                  <a:pt x="310" y="6911"/>
                </a:cubicBezTo>
                <a:cubicBezTo>
                  <a:pt x="258" y="7633"/>
                  <a:pt x="434" y="8342"/>
                  <a:pt x="816" y="8952"/>
                </a:cubicBezTo>
                <a:cubicBezTo>
                  <a:pt x="679" y="9116"/>
                  <a:pt x="555" y="9279"/>
                  <a:pt x="447" y="9458"/>
                </a:cubicBezTo>
                <a:cubicBezTo>
                  <a:pt x="297" y="9687"/>
                  <a:pt x="176" y="9961"/>
                  <a:pt x="121" y="10259"/>
                </a:cubicBezTo>
                <a:cubicBezTo>
                  <a:pt x="39" y="10546"/>
                  <a:pt x="0" y="10846"/>
                  <a:pt x="0" y="11157"/>
                </a:cubicBezTo>
                <a:cubicBezTo>
                  <a:pt x="0" y="12084"/>
                  <a:pt x="379" y="12953"/>
                  <a:pt x="1032" y="13593"/>
                </a:cubicBezTo>
                <a:cubicBezTo>
                  <a:pt x="898" y="13851"/>
                  <a:pt x="816" y="14151"/>
                  <a:pt x="787" y="14465"/>
                </a:cubicBezTo>
                <a:cubicBezTo>
                  <a:pt x="774" y="14628"/>
                  <a:pt x="761" y="14791"/>
                  <a:pt x="761" y="14955"/>
                </a:cubicBezTo>
                <a:cubicBezTo>
                  <a:pt x="761" y="16369"/>
                  <a:pt x="1617" y="17607"/>
                  <a:pt x="2923" y="18113"/>
                </a:cubicBezTo>
                <a:cubicBezTo>
                  <a:pt x="2965" y="19390"/>
                  <a:pt x="3971" y="20438"/>
                  <a:pt x="5238" y="20520"/>
                </a:cubicBezTo>
                <a:cubicBezTo>
                  <a:pt x="5251" y="20520"/>
                  <a:pt x="5278" y="20520"/>
                  <a:pt x="5291" y="20533"/>
                </a:cubicBezTo>
                <a:cubicBezTo>
                  <a:pt x="5372" y="20533"/>
                  <a:pt x="5454" y="20546"/>
                  <a:pt x="5536" y="20546"/>
                </a:cubicBezTo>
                <a:cubicBezTo>
                  <a:pt x="5591" y="20546"/>
                  <a:pt x="5660" y="20546"/>
                  <a:pt x="5715" y="20533"/>
                </a:cubicBezTo>
                <a:lnTo>
                  <a:pt x="5715" y="20791"/>
                </a:lnTo>
                <a:cubicBezTo>
                  <a:pt x="5715" y="21705"/>
                  <a:pt x="6463" y="22440"/>
                  <a:pt x="7361" y="22440"/>
                </a:cubicBezTo>
                <a:cubicBezTo>
                  <a:pt x="8272" y="22440"/>
                  <a:pt x="9020" y="21705"/>
                  <a:pt x="9020" y="20791"/>
                </a:cubicBezTo>
                <a:lnTo>
                  <a:pt x="9020" y="14968"/>
                </a:lnTo>
                <a:cubicBezTo>
                  <a:pt x="9020" y="14955"/>
                  <a:pt x="9007" y="14955"/>
                  <a:pt x="9007" y="14942"/>
                </a:cubicBezTo>
                <a:cubicBezTo>
                  <a:pt x="9144" y="14697"/>
                  <a:pt x="9210" y="14422"/>
                  <a:pt x="9210" y="14138"/>
                </a:cubicBezTo>
                <a:cubicBezTo>
                  <a:pt x="9210" y="13498"/>
                  <a:pt x="8857" y="12927"/>
                  <a:pt x="8328" y="12626"/>
                </a:cubicBezTo>
                <a:cubicBezTo>
                  <a:pt x="8749" y="12300"/>
                  <a:pt x="9020" y="11797"/>
                  <a:pt x="9020" y="11238"/>
                </a:cubicBezTo>
                <a:lnTo>
                  <a:pt x="9020" y="1647"/>
                </a:lnTo>
                <a:cubicBezTo>
                  <a:pt x="9020" y="735"/>
                  <a:pt x="8272" y="1"/>
                  <a:pt x="7361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450" y="1202500"/>
            <a:ext cx="8839199" cy="3594024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6"/>
          <p:cNvSpPr txBox="1"/>
          <p:nvPr/>
        </p:nvSpPr>
        <p:spPr>
          <a:xfrm>
            <a:off x="2988750" y="749925"/>
            <a:ext cx="38106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Convolutional Neural Network</a:t>
            </a:r>
            <a:endParaRPr sz="1500" b="1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7"/>
          <p:cNvSpPr txBox="1">
            <a:spLocks noGrp="1"/>
          </p:cNvSpPr>
          <p:nvPr>
            <p:ph type="title"/>
          </p:nvPr>
        </p:nvSpPr>
        <p:spPr>
          <a:xfrm>
            <a:off x="180000" y="307450"/>
            <a:ext cx="878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SVM (ML)</a:t>
            </a:r>
            <a:endParaRPr/>
          </a:p>
        </p:txBody>
      </p:sp>
      <p:pic>
        <p:nvPicPr>
          <p:cNvPr id="171" name="Google Shape;17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4025" y="1095150"/>
            <a:ext cx="4118352" cy="3958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8"/>
          <p:cNvSpPr txBox="1">
            <a:spLocks noGrp="1"/>
          </p:cNvSpPr>
          <p:nvPr>
            <p:ph type="title"/>
          </p:nvPr>
        </p:nvSpPr>
        <p:spPr>
          <a:xfrm>
            <a:off x="180000" y="307450"/>
            <a:ext cx="878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Conclusion </a:t>
            </a:r>
            <a:endParaRPr sz="2800"/>
          </a:p>
        </p:txBody>
      </p:sp>
      <p:sp>
        <p:nvSpPr>
          <p:cNvPr id="177" name="Google Shape;177;p28"/>
          <p:cNvSpPr txBox="1"/>
          <p:nvPr/>
        </p:nvSpPr>
        <p:spPr>
          <a:xfrm>
            <a:off x="442075" y="880150"/>
            <a:ext cx="7773300" cy="40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ra Sans"/>
              <a:buChar char="●"/>
            </a:pPr>
            <a:r>
              <a:rPr lang="en" sz="1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Our task was simple: </a:t>
            </a:r>
            <a:r>
              <a:rPr lang="en" sz="16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predicting the emotion from the fMRI signal</a:t>
            </a:r>
            <a:endParaRPr sz="1600" b="1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ra Sans"/>
              <a:buChar char="●"/>
            </a:pPr>
            <a:r>
              <a:rPr lang="en" sz="1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We played with the dataset and did some feature engineering </a:t>
            </a:r>
            <a:endParaRPr sz="16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ra Sans"/>
              <a:buChar char="●"/>
            </a:pPr>
            <a:r>
              <a:rPr lang="en" sz="1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We tested various Deep learning technics and the results was good</a:t>
            </a:r>
            <a:endParaRPr sz="16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ra Sans"/>
              <a:buChar char="●"/>
            </a:pPr>
            <a:r>
              <a:rPr lang="en" sz="1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Finally, we can extend that reading the signals of brain is a way to understand the most mysterious object in the universe.</a:t>
            </a:r>
            <a:endParaRPr sz="16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rain Infographics">
  <a:themeElements>
    <a:clrScheme name="Simple Light">
      <a:dk1>
        <a:srgbClr val="080808"/>
      </a:dk1>
      <a:lt1>
        <a:srgbClr val="FFFFFF"/>
      </a:lt1>
      <a:dk2>
        <a:srgbClr val="337291"/>
      </a:dk2>
      <a:lt2>
        <a:srgbClr val="67BCD6"/>
      </a:lt2>
      <a:accent1>
        <a:srgbClr val="9CE4D0"/>
      </a:accent1>
      <a:accent2>
        <a:srgbClr val="64DEAE"/>
      </a:accent2>
      <a:accent3>
        <a:srgbClr val="009688"/>
      </a:accent3>
      <a:accent4>
        <a:srgbClr val="0C343D"/>
      </a:accent4>
      <a:accent5>
        <a:srgbClr val="0C343D"/>
      </a:accent5>
      <a:accent6>
        <a:srgbClr val="EFEFEF"/>
      </a:accent6>
      <a:hlink>
        <a:srgbClr val="0C343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273</Words>
  <Application>Microsoft Office PowerPoint</Application>
  <PresentationFormat>On-screen Show (16:9)</PresentationFormat>
  <Paragraphs>57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Fira Sans Extra Condensed Medium</vt:lpstr>
      <vt:lpstr>Arial</vt:lpstr>
      <vt:lpstr>Fira Sans</vt:lpstr>
      <vt:lpstr>Brain Infographics</vt:lpstr>
      <vt:lpstr>Can I read your brain?</vt:lpstr>
      <vt:lpstr>Motivation:</vt:lpstr>
      <vt:lpstr>Data:</vt:lpstr>
      <vt:lpstr>Motivation</vt:lpstr>
      <vt:lpstr>PowerPoint Presentation</vt:lpstr>
      <vt:lpstr>Hypothesis:</vt:lpstr>
      <vt:lpstr>Approach:</vt:lpstr>
      <vt:lpstr>Results:</vt:lpstr>
      <vt:lpstr>PowerPoint Presentation</vt:lpstr>
      <vt:lpstr>PowerPoint Presentation</vt:lpstr>
      <vt:lpstr>Visualize some time series</vt:lpstr>
      <vt:lpstr>Deep Learning </vt:lpstr>
      <vt:lpstr>Deep Learning Results</vt:lpstr>
      <vt:lpstr>PowerPoint Presentation</vt:lpstr>
      <vt:lpstr>SVM (ML)</vt:lpstr>
      <vt:lpstr>Conclusion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Ahmad Droobi</cp:lastModifiedBy>
  <cp:revision>1</cp:revision>
  <dcterms:modified xsi:type="dcterms:W3CDTF">2024-06-13T01:16:24Z</dcterms:modified>
</cp:coreProperties>
</file>